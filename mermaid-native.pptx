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smdcp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ee73ccde41b04890" /><Relationship Type="http://schemas.openxmlformats.org/package/2006/relationships/metadata/core-properties" Target="/package/services/metadata/core-properties/c557bb7e799d4467ba95d75e950c09bb.psmdcp" Id="Rc74faf5d4bfa4aec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1"/>
  </p:sldMasterIdLst>
  <p:sldIdLst>
    <p:sldId id="256" r:id="rIdSlide1"/>
  </p:sldIdLst>
  <p:sldSz cx="12191695" cy="6858000" type="screen16x9"/>
  <p:notesSz cx="6858000" cy="9144000"/>
  <p:defaultTextStyle>
    <a:defPPr>
      <a:defRPr lang="en-US"/>
    </a:defPPr>
  </p:defaultTextStyle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rIdSlide1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theme" Target="/ppt/slideMasters/theme/theme1.xml" Id="rIdTheme1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</p:sldLayoutIdLst>
  <p:txStyles>
    <p:titleStyle>
      <a:lvl1pPr algn="l">
        <a:defRPr sz="3200" kern="1200">
          <a:solidFill>
            <a:schemeClr val="tx1"/>
          </a:solidFill>
          <a:latin typeface="Microsoft JhengHei"/>
          <a:ea typeface="Microsoft JhengHei"/>
          <a:cs typeface="Microsoft JhengHei"/>
        </a:defRPr>
      </a:lvl1pPr>
    </p:titleStyle>
    <p:bodyStyle>
      <a:lvl1pPr marL="0" indent="0" algn="l">
        <a:defRPr sz="1800" kern="1200">
          <a:solidFill>
            <a:schemeClr val="tx1"/>
          </a:solidFill>
          <a:latin typeface="Microsoft JhengHei"/>
          <a:ea typeface="Microsoft JhengHei"/>
          <a:cs typeface="Microsoft JhengHei"/>
        </a:defRPr>
      </a:lvl1pPr>
    </p:bodyStyle>
    <p:otherStyle>
      <a:lvl1pPr marL="0" indent="0" algn="l">
        <a:defRPr sz="1800" kern="1200">
          <a:solidFill>
            <a:schemeClr val="tx1"/>
          </a:solidFill>
          <a:latin typeface="Microsoft JhengHei"/>
          <a:ea typeface="Microsoft JhengHei"/>
          <a:cs typeface="Microsoft JhengHei"/>
        </a:defRPr>
      </a:lvl1pPr>
    </p:otherStyle>
  </p:txStyles>
</p:sldMaster>
</file>

<file path=ppt/slideMasters/theme/theme1.xml><?xml version="1.0" encoding="utf-8"?>
<a:theme xmlns:a="http://schemas.openxmlformats.org/drawingml/2006/main" name="Mermaid2Pptx">
  <a:themeElements>
    <a:clrScheme name="Mermaid2Pptx">
      <a:dk1>
        <a:srgbClr val="111111"/>
      </a:dk1>
      <a:lt1>
        <a:srgbClr val="FFFFFF"/>
      </a:lt1>
      <a:dk2>
        <a:srgbClr val="444444"/>
      </a:dk2>
      <a:lt2>
        <a:srgbClr val="EEEEEE"/>
      </a:lt2>
      <a:accent1>
        <a:srgbClr val="2563EB"/>
      </a:accent1>
      <a:accent2>
        <a:srgbClr val="16A34A"/>
      </a:accent2>
      <a:accent3>
        <a:srgbClr val="DC2626"/>
      </a:accent3>
      <a:accent4>
        <a:srgbClr val="F59E0B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Mermaid2Pptx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rmaid2Ppt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Mermaid Edge 2"/>
          <p:cNvSpPr/>
          <p:nvPr/>
        </p:nvSpPr>
        <p:spPr>
          <a:xfrm>
            <a:off x="2497103" y="868727"/>
            <a:ext cx="1" cy="324890"/>
          </a:xfrm>
          <a:custGeom>
            <a:avLst/>
            <a:gdLst/>
            <a:ahLst/>
            <a:cxnLst/>
            <a:rect l="0" t="0" r="1" b="324890"/>
            <a:pathLst>
              <a:path w="1" h="324890">
                <a:moveTo>
                  <a:pt x="0" y="0"/>
                </a:moveTo>
                <a:lnTo>
                  <a:pt x="0" y="29431"/>
                </a:lnTo>
                <a:cubicBezTo>
                  <a:pt x="0" y="58855"/>
                  <a:pt x="0" y="117716"/>
                  <a:pt x="0" y="171860"/>
                </a:cubicBezTo>
                <a:cubicBezTo>
                  <a:pt x="0" y="226010"/>
                  <a:pt x="0" y="275450"/>
                  <a:pt x="0" y="300170"/>
                </a:cubicBezTo>
                <a:lnTo>
                  <a:pt x="0" y="324890"/>
                </a:lnTo>
              </a:path>
            </a:pathLst>
          </a:custGeom>
          <a:noFill/>
          <a:ln w="9525">
            <a:solidFill>
              <a:srgbClr val="333333"/>
            </a:solidFill>
            <a:tailEnd type="triangle" w="med" len="med"/>
          </a:ln>
        </p:spPr>
      </p:sp>
      <p:sp>
        <p:nvSpPr>
          <p:cNvPr id="3" name="Mermaid Edge 3"/>
          <p:cNvSpPr/>
          <p:nvPr/>
        </p:nvSpPr>
        <p:spPr>
          <a:xfrm>
            <a:off x="2497103" y="1603261"/>
            <a:ext cx="1" cy="324889"/>
          </a:xfrm>
          <a:custGeom>
            <a:avLst/>
            <a:gdLst/>
            <a:ahLst/>
            <a:cxnLst/>
            <a:rect l="0" t="0" r="1" b="324889"/>
            <a:pathLst>
              <a:path w="1" h="324889">
                <a:moveTo>
                  <a:pt x="0" y="0"/>
                </a:moveTo>
                <a:lnTo>
                  <a:pt x="0" y="29430"/>
                </a:lnTo>
                <a:cubicBezTo>
                  <a:pt x="0" y="58854"/>
                  <a:pt x="0" y="117716"/>
                  <a:pt x="0" y="171859"/>
                </a:cubicBezTo>
                <a:cubicBezTo>
                  <a:pt x="0" y="226010"/>
                  <a:pt x="0" y="275450"/>
                  <a:pt x="0" y="300169"/>
                </a:cubicBezTo>
                <a:lnTo>
                  <a:pt x="0" y="324889"/>
                </a:lnTo>
              </a:path>
            </a:pathLst>
          </a:custGeom>
          <a:noFill/>
          <a:ln w="9525">
            <a:solidFill>
              <a:srgbClr val="333333"/>
            </a:solidFill>
            <a:tailEnd type="triangle" w="med" len="med"/>
          </a:ln>
        </p:spPr>
      </p:sp>
      <p:sp>
        <p:nvSpPr>
          <p:cNvPr id="4" name="Mermaid Edge 4"/>
          <p:cNvSpPr/>
          <p:nvPr/>
        </p:nvSpPr>
        <p:spPr>
          <a:xfrm>
            <a:off x="1635438" y="2337794"/>
            <a:ext cx="498148" cy="2868254"/>
          </a:xfrm>
          <a:custGeom>
            <a:avLst/>
            <a:gdLst/>
            <a:ahLst/>
            <a:cxnLst/>
            <a:rect l="0" t="0" r="498148" b="2868254"/>
            <a:pathLst>
              <a:path w="498148" h="2868254">
                <a:moveTo>
                  <a:pt x="498148" y="0"/>
                </a:moveTo>
                <a:lnTo>
                  <a:pt x="415125" y="43556"/>
                </a:lnTo>
                <a:cubicBezTo>
                  <a:pt x="332101" y="87106"/>
                  <a:pt x="166047" y="174219"/>
                  <a:pt x="83024" y="293107"/>
                </a:cubicBezTo>
                <a:cubicBezTo>
                  <a:pt x="0" y="411996"/>
                  <a:pt x="0" y="562674"/>
                  <a:pt x="0" y="699219"/>
                </a:cubicBezTo>
                <a:cubicBezTo>
                  <a:pt x="0" y="835765"/>
                  <a:pt x="0" y="958192"/>
                  <a:pt x="0" y="1080612"/>
                </a:cubicBezTo>
                <a:cubicBezTo>
                  <a:pt x="0" y="1203032"/>
                  <a:pt x="0" y="1325459"/>
                  <a:pt x="0" y="1447879"/>
                </a:cubicBezTo>
                <a:cubicBezTo>
                  <a:pt x="0" y="1570298"/>
                  <a:pt x="0" y="1692725"/>
                  <a:pt x="0" y="1815145"/>
                </a:cubicBezTo>
                <a:cubicBezTo>
                  <a:pt x="0" y="1937565"/>
                  <a:pt x="0" y="2059992"/>
                  <a:pt x="0" y="2196538"/>
                </a:cubicBezTo>
                <a:cubicBezTo>
                  <a:pt x="0" y="2333083"/>
                  <a:pt x="0" y="2483761"/>
                  <a:pt x="9133" y="2598066"/>
                </a:cubicBezTo>
                <a:cubicBezTo>
                  <a:pt x="18265" y="2712371"/>
                  <a:pt x="36536" y="2790309"/>
                  <a:pt x="45669" y="2829282"/>
                </a:cubicBezTo>
                <a:lnTo>
                  <a:pt x="54801" y="2868254"/>
                </a:lnTo>
              </a:path>
            </a:pathLst>
          </a:custGeom>
          <a:noFill/>
          <a:ln w="9525">
            <a:solidFill>
              <a:srgbClr val="333333"/>
            </a:solidFill>
            <a:tailEnd type="triangle" w="med" len="med"/>
          </a:ln>
        </p:spPr>
      </p:sp>
      <p:sp>
        <p:nvSpPr>
          <p:cNvPr id="5" name="Mermaid Edge 5"/>
          <p:cNvSpPr/>
          <p:nvPr/>
        </p:nvSpPr>
        <p:spPr>
          <a:xfrm>
            <a:off x="2740050" y="2337794"/>
            <a:ext cx="332920" cy="494398"/>
          </a:xfrm>
          <a:custGeom>
            <a:avLst/>
            <a:gdLst/>
            <a:ahLst/>
            <a:cxnLst/>
            <a:rect l="0" t="0" r="332920" b="494398"/>
            <a:pathLst>
              <a:path w="332920" h="494398">
                <a:moveTo>
                  <a:pt x="0" y="0"/>
                </a:moveTo>
                <a:lnTo>
                  <a:pt x="55485" y="43556"/>
                </a:lnTo>
                <a:cubicBezTo>
                  <a:pt x="110971" y="87106"/>
                  <a:pt x="221949" y="174219"/>
                  <a:pt x="277434" y="256614"/>
                </a:cubicBezTo>
                <a:cubicBezTo>
                  <a:pt x="332920" y="339015"/>
                  <a:pt x="332920" y="416707"/>
                  <a:pt x="332920" y="455552"/>
                </a:cubicBezTo>
                <a:lnTo>
                  <a:pt x="332920" y="494398"/>
                </a:lnTo>
              </a:path>
            </a:pathLst>
          </a:custGeom>
          <a:noFill/>
          <a:ln w="9525">
            <a:solidFill>
              <a:srgbClr val="333333"/>
            </a:solidFill>
            <a:tailEnd type="triangle" w="med" len="med"/>
          </a:ln>
        </p:spPr>
      </p:sp>
      <p:sp>
        <p:nvSpPr>
          <p:cNvPr id="6" name="Mermaid Edge 6"/>
          <p:cNvSpPr/>
          <p:nvPr/>
        </p:nvSpPr>
        <p:spPr>
          <a:xfrm>
            <a:off x="3072970" y="3241835"/>
            <a:ext cx="1" cy="324890"/>
          </a:xfrm>
          <a:custGeom>
            <a:avLst/>
            <a:gdLst/>
            <a:ahLst/>
            <a:cxnLst/>
            <a:rect l="0" t="0" r="1" b="324890"/>
            <a:pathLst>
              <a:path w="1" h="324890">
                <a:moveTo>
                  <a:pt x="0" y="0"/>
                </a:moveTo>
                <a:lnTo>
                  <a:pt x="0" y="29431"/>
                </a:lnTo>
                <a:cubicBezTo>
                  <a:pt x="0" y="58855"/>
                  <a:pt x="0" y="117716"/>
                  <a:pt x="0" y="171860"/>
                </a:cubicBezTo>
                <a:cubicBezTo>
                  <a:pt x="0" y="226011"/>
                  <a:pt x="0" y="275450"/>
                  <a:pt x="0" y="300170"/>
                </a:cubicBezTo>
                <a:lnTo>
                  <a:pt x="0" y="324890"/>
                </a:lnTo>
              </a:path>
            </a:pathLst>
          </a:custGeom>
          <a:noFill/>
          <a:ln w="9525">
            <a:solidFill>
              <a:srgbClr val="333333"/>
            </a:solidFill>
            <a:tailEnd type="triangle" w="med" len="med"/>
          </a:ln>
        </p:spPr>
      </p:sp>
      <p:sp>
        <p:nvSpPr>
          <p:cNvPr id="7" name="Mermaid Edge 7"/>
          <p:cNvSpPr/>
          <p:nvPr/>
        </p:nvSpPr>
        <p:spPr>
          <a:xfrm>
            <a:off x="3072970" y="3976369"/>
            <a:ext cx="1" cy="324889"/>
          </a:xfrm>
          <a:custGeom>
            <a:avLst/>
            <a:gdLst/>
            <a:ahLst/>
            <a:cxnLst/>
            <a:rect l="0" t="0" r="1" b="324889"/>
            <a:pathLst>
              <a:path w="1" h="324889">
                <a:moveTo>
                  <a:pt x="0" y="0"/>
                </a:moveTo>
                <a:lnTo>
                  <a:pt x="0" y="29430"/>
                </a:lnTo>
                <a:cubicBezTo>
                  <a:pt x="0" y="58854"/>
                  <a:pt x="0" y="117716"/>
                  <a:pt x="0" y="171859"/>
                </a:cubicBezTo>
                <a:cubicBezTo>
                  <a:pt x="0" y="226010"/>
                  <a:pt x="0" y="275450"/>
                  <a:pt x="0" y="300170"/>
                </a:cubicBezTo>
                <a:lnTo>
                  <a:pt x="0" y="324889"/>
                </a:lnTo>
              </a:path>
            </a:pathLst>
          </a:custGeom>
          <a:noFill/>
          <a:ln w="9525">
            <a:solidFill>
              <a:srgbClr val="333333"/>
            </a:solidFill>
            <a:tailEnd type="triangle" w="med" len="med"/>
          </a:ln>
        </p:spPr>
      </p:sp>
      <p:sp>
        <p:nvSpPr>
          <p:cNvPr id="8" name="Mermaid Edge 8"/>
          <p:cNvSpPr/>
          <p:nvPr/>
        </p:nvSpPr>
        <p:spPr>
          <a:xfrm>
            <a:off x="2006547" y="4710902"/>
            <a:ext cx="747607" cy="505204"/>
          </a:xfrm>
          <a:custGeom>
            <a:avLst/>
            <a:gdLst/>
            <a:ahLst/>
            <a:cxnLst/>
            <a:rect l="0" t="0" r="747607" b="505204"/>
            <a:pathLst>
              <a:path w="747607" h="505204">
                <a:moveTo>
                  <a:pt x="747607" y="0"/>
                </a:moveTo>
                <a:lnTo>
                  <a:pt x="674789" y="43557"/>
                </a:lnTo>
                <a:cubicBezTo>
                  <a:pt x="601972" y="87106"/>
                  <a:pt x="456336" y="174219"/>
                  <a:pt x="331734" y="258415"/>
                </a:cubicBezTo>
                <a:cubicBezTo>
                  <a:pt x="207132" y="342618"/>
                  <a:pt x="103569" y="423911"/>
                  <a:pt x="51785" y="464557"/>
                </a:cubicBezTo>
                <a:lnTo>
                  <a:pt x="0" y="505204"/>
                </a:lnTo>
              </a:path>
            </a:pathLst>
          </a:custGeom>
          <a:noFill/>
          <a:ln w="9525">
            <a:solidFill>
              <a:srgbClr val="333333"/>
            </a:solidFill>
            <a:tailEnd type="triangle" w="med" len="med"/>
          </a:ln>
        </p:spPr>
      </p:sp>
      <p:sp>
        <p:nvSpPr>
          <p:cNvPr id="9" name="Mermaid Edge 9"/>
          <p:cNvSpPr/>
          <p:nvPr/>
        </p:nvSpPr>
        <p:spPr>
          <a:xfrm>
            <a:off x="3148846" y="4710902"/>
            <a:ext cx="103978" cy="494398"/>
          </a:xfrm>
          <a:custGeom>
            <a:avLst/>
            <a:gdLst/>
            <a:ahLst/>
            <a:cxnLst/>
            <a:rect l="0" t="0" r="103978" b="494398"/>
            <a:pathLst>
              <a:path w="103978" h="494398">
                <a:moveTo>
                  <a:pt x="0" y="0"/>
                </a:moveTo>
                <a:lnTo>
                  <a:pt x="17332" y="43557"/>
                </a:lnTo>
                <a:cubicBezTo>
                  <a:pt x="34657" y="87106"/>
                  <a:pt x="69321" y="174219"/>
                  <a:pt x="86646" y="256614"/>
                </a:cubicBezTo>
                <a:cubicBezTo>
                  <a:pt x="103978" y="339016"/>
                  <a:pt x="103978" y="416707"/>
                  <a:pt x="103978" y="455552"/>
                </a:cubicBezTo>
                <a:lnTo>
                  <a:pt x="103978" y="494398"/>
                </a:lnTo>
              </a:path>
            </a:pathLst>
          </a:custGeom>
          <a:noFill/>
          <a:ln w="9525">
            <a:solidFill>
              <a:srgbClr val="333333"/>
            </a:solidFill>
            <a:tailEnd type="triangle" w="med" len="med"/>
          </a:ln>
        </p:spPr>
      </p:sp>
      <p:sp>
        <p:nvSpPr>
          <p:cNvPr id="10" name="Mermaid Edge 10"/>
          <p:cNvSpPr/>
          <p:nvPr/>
        </p:nvSpPr>
        <p:spPr>
          <a:xfrm>
            <a:off x="1741381" y="5614943"/>
            <a:ext cx="337920" cy="340796"/>
          </a:xfrm>
          <a:custGeom>
            <a:avLst/>
            <a:gdLst/>
            <a:ahLst/>
            <a:cxnLst/>
            <a:rect l="0" t="0" r="337920" b="340796"/>
            <a:pathLst>
              <a:path w="337920" h="340796">
                <a:moveTo>
                  <a:pt x="0" y="0"/>
                </a:moveTo>
                <a:lnTo>
                  <a:pt x="0" y="29431"/>
                </a:lnTo>
                <a:cubicBezTo>
                  <a:pt x="0" y="58855"/>
                  <a:pt x="0" y="117716"/>
                  <a:pt x="56319" y="174516"/>
                </a:cubicBezTo>
                <a:cubicBezTo>
                  <a:pt x="112638" y="231315"/>
                  <a:pt x="225275" y="286052"/>
                  <a:pt x="281601" y="313420"/>
                </a:cubicBezTo>
                <a:lnTo>
                  <a:pt x="337920" y="340796"/>
                </a:lnTo>
              </a:path>
            </a:pathLst>
          </a:custGeom>
          <a:noFill/>
          <a:ln w="9525">
            <a:solidFill>
              <a:srgbClr val="333333"/>
            </a:solidFill>
            <a:tailEnd type="triangle" w="med" len="med"/>
          </a:ln>
        </p:spPr>
      </p:sp>
      <p:sp>
        <p:nvSpPr>
          <p:cNvPr id="11" name="Mermaid Edge 11"/>
          <p:cNvSpPr/>
          <p:nvPr/>
        </p:nvSpPr>
        <p:spPr>
          <a:xfrm>
            <a:off x="2914904" y="5614943"/>
            <a:ext cx="337920" cy="340796"/>
          </a:xfrm>
          <a:custGeom>
            <a:avLst/>
            <a:gdLst/>
            <a:ahLst/>
            <a:cxnLst/>
            <a:rect l="0" t="0" r="337920" b="340796"/>
            <a:pathLst>
              <a:path w="337920" h="340796">
                <a:moveTo>
                  <a:pt x="337920" y="0"/>
                </a:moveTo>
                <a:lnTo>
                  <a:pt x="337920" y="29431"/>
                </a:lnTo>
                <a:cubicBezTo>
                  <a:pt x="337920" y="58855"/>
                  <a:pt x="337920" y="117716"/>
                  <a:pt x="281602" y="174516"/>
                </a:cubicBezTo>
                <a:cubicBezTo>
                  <a:pt x="225283" y="231315"/>
                  <a:pt x="112645" y="286052"/>
                  <a:pt x="56319" y="313420"/>
                </a:cubicBezTo>
                <a:lnTo>
                  <a:pt x="0" y="340796"/>
                </a:lnTo>
              </a:path>
            </a:pathLst>
          </a:custGeom>
          <a:noFill/>
          <a:ln w="9525">
            <a:solidFill>
              <a:srgbClr val="333333"/>
            </a:solidFill>
            <a:tailEnd type="triangle" w="med" len="med"/>
          </a:ln>
        </p:spPr>
      </p:sp>
      <p:sp>
        <p:nvSpPr>
          <p:cNvPr id="12" name="Text 12"/>
          <p:cNvSpPr txBox="1"/>
          <p:nvPr/>
        </p:nvSpPr>
        <p:spPr>
          <a:xfrm>
            <a:off x="1523281" y="3700919"/>
            <a:ext cx="224315" cy="169507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OK</a:t>
            </a:r>
            <a:endParaRPr lang="en-US" sz="1200"/>
          </a:p>
        </p:txBody>
      </p:sp>
      <p:sp>
        <p:nvSpPr>
          <p:cNvPr id="13" name="Text 13"/>
          <p:cNvSpPr txBox="1"/>
          <p:nvPr/>
        </p:nvSpPr>
        <p:spPr>
          <a:xfrm>
            <a:off x="2960814" y="2514365"/>
            <a:ext cx="224315" cy="169507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NG</a:t>
            </a:r>
            <a:endParaRPr lang="en-US" sz="1200"/>
          </a:p>
        </p:txBody>
      </p:sp>
      <p:sp>
        <p:nvSpPr>
          <p:cNvPr id="14" name="Text 14"/>
          <p:cNvSpPr txBox="1"/>
          <p:nvPr/>
        </p:nvSpPr>
        <p:spPr>
          <a:xfrm>
            <a:off x="2205092" y="4887473"/>
            <a:ext cx="224315" cy="169507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OK</a:t>
            </a:r>
            <a:endParaRPr lang="en-US" sz="1200"/>
          </a:p>
        </p:txBody>
      </p:sp>
      <p:sp>
        <p:nvSpPr>
          <p:cNvPr id="15" name="Text 15"/>
          <p:cNvSpPr txBox="1"/>
          <p:nvPr/>
        </p:nvSpPr>
        <p:spPr>
          <a:xfrm>
            <a:off x="3088120" y="4887473"/>
            <a:ext cx="329410" cy="169507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仍 NG</a:t>
            </a:r>
            <a:endParaRPr lang="en-US" sz="1200"/>
          </a:p>
        </p:txBody>
      </p:sp>
      <p:sp>
        <p:nvSpPr>
          <p:cNvPr id="16" name="Rect 16"/>
          <p:cNvSpPr/>
          <p:nvPr/>
        </p:nvSpPr>
        <p:spPr>
          <a:xfrm>
            <a:off x="1946202" y="487335"/>
            <a:ext cx="1101801" cy="381392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17" name="Text 17"/>
          <p:cNvSpPr txBox="1"/>
          <p:nvPr/>
        </p:nvSpPr>
        <p:spPr>
          <a:xfrm>
            <a:off x="2158087" y="593277"/>
            <a:ext cx="678031" cy="169508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產品進入設備</a:t>
            </a:r>
            <a:endParaRPr lang="en-US" sz="1200"/>
          </a:p>
        </p:txBody>
      </p:sp>
      <p:sp>
        <p:nvSpPr>
          <p:cNvPr id="18" name="Rect 18"/>
          <p:cNvSpPr/>
          <p:nvPr/>
        </p:nvSpPr>
        <p:spPr>
          <a:xfrm>
            <a:off x="1946202" y="1221868"/>
            <a:ext cx="1101801" cy="381393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19" name="Text 19"/>
          <p:cNvSpPr txBox="1"/>
          <p:nvPr/>
        </p:nvSpPr>
        <p:spPr>
          <a:xfrm>
            <a:off x="2158087" y="1327811"/>
            <a:ext cx="678031" cy="169507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拍攝檢測影像</a:t>
            </a:r>
            <a:endParaRPr lang="en-US" sz="1200"/>
          </a:p>
        </p:txBody>
      </p:sp>
      <p:sp>
        <p:nvSpPr>
          <p:cNvPr id="20" name="Rect 20"/>
          <p:cNvSpPr/>
          <p:nvPr/>
        </p:nvSpPr>
        <p:spPr>
          <a:xfrm>
            <a:off x="1776695" y="1956402"/>
            <a:ext cx="1440815" cy="381392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1988579" y="2062344"/>
            <a:ext cx="1017047" cy="169508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判定是否有髒污缺陷</a:t>
            </a:r>
            <a:endParaRPr lang="en-US" sz="1200"/>
          </a:p>
        </p:txBody>
      </p:sp>
      <p:sp>
        <p:nvSpPr>
          <p:cNvPr id="22" name="Rect 22"/>
          <p:cNvSpPr/>
          <p:nvPr/>
        </p:nvSpPr>
        <p:spPr>
          <a:xfrm>
            <a:off x="1303486" y="5233551"/>
            <a:ext cx="875790" cy="381392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23" name="Text 23"/>
          <p:cNvSpPr txBox="1"/>
          <p:nvPr/>
        </p:nvSpPr>
        <p:spPr>
          <a:xfrm>
            <a:off x="1515370" y="5339493"/>
            <a:ext cx="452021" cy="169508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通過檢測</a:t>
            </a:r>
            <a:endParaRPr lang="en-US" sz="1200"/>
          </a:p>
        </p:txBody>
      </p:sp>
      <p:sp>
        <p:nvSpPr>
          <p:cNvPr id="24" name="Rect 24"/>
          <p:cNvSpPr/>
          <p:nvPr/>
        </p:nvSpPr>
        <p:spPr>
          <a:xfrm>
            <a:off x="2522071" y="2860443"/>
            <a:ext cx="1101800" cy="381392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25" name="Text 25"/>
          <p:cNvSpPr txBox="1"/>
          <p:nvPr/>
        </p:nvSpPr>
        <p:spPr>
          <a:xfrm>
            <a:off x="2733955" y="2966385"/>
            <a:ext cx="678031" cy="169508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定位髒污位置</a:t>
            </a:r>
            <a:endParaRPr lang="en-US" sz="1200"/>
          </a:p>
        </p:txBody>
      </p:sp>
      <p:sp>
        <p:nvSpPr>
          <p:cNvPr id="26" name="Rect 26"/>
          <p:cNvSpPr/>
          <p:nvPr/>
        </p:nvSpPr>
        <p:spPr>
          <a:xfrm>
            <a:off x="2635076" y="3594976"/>
            <a:ext cx="875790" cy="381393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27" name="Text 27"/>
          <p:cNvSpPr txBox="1"/>
          <p:nvPr/>
        </p:nvSpPr>
        <p:spPr>
          <a:xfrm>
            <a:off x="2846961" y="3700919"/>
            <a:ext cx="452020" cy="169507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自動清潔</a:t>
            </a:r>
            <a:endParaRPr lang="en-US" sz="1200"/>
          </a:p>
        </p:txBody>
      </p:sp>
      <p:sp>
        <p:nvSpPr>
          <p:cNvPr id="28" name="Rect 28"/>
          <p:cNvSpPr/>
          <p:nvPr/>
        </p:nvSpPr>
        <p:spPr>
          <a:xfrm>
            <a:off x="2522071" y="4329510"/>
            <a:ext cx="1101800" cy="381392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29" name="Text 29"/>
          <p:cNvSpPr txBox="1"/>
          <p:nvPr/>
        </p:nvSpPr>
        <p:spPr>
          <a:xfrm>
            <a:off x="2733955" y="4435452"/>
            <a:ext cx="678031" cy="169508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再次檢測確認</a:t>
            </a:r>
            <a:endParaRPr lang="en-US" sz="1200"/>
          </a:p>
        </p:txBody>
      </p:sp>
      <p:sp>
        <p:nvSpPr>
          <p:cNvPr id="30" name="Rect 30"/>
          <p:cNvSpPr/>
          <p:nvPr/>
        </p:nvSpPr>
        <p:spPr>
          <a:xfrm>
            <a:off x="2532417" y="5233551"/>
            <a:ext cx="1440815" cy="381392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31" name="Text 31"/>
          <p:cNvSpPr txBox="1"/>
          <p:nvPr/>
        </p:nvSpPr>
        <p:spPr>
          <a:xfrm>
            <a:off x="2744301" y="5339493"/>
            <a:ext cx="1017047" cy="169508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保留紀錄並提示處理</a:t>
            </a:r>
            <a:endParaRPr lang="en-US" sz="1200"/>
          </a:p>
        </p:txBody>
      </p:sp>
      <p:sp>
        <p:nvSpPr>
          <p:cNvPr id="32" name="Rect 32"/>
          <p:cNvSpPr/>
          <p:nvPr/>
        </p:nvSpPr>
        <p:spPr>
          <a:xfrm>
            <a:off x="1946202" y="5968084"/>
            <a:ext cx="1101801" cy="381393"/>
          </a:xfrm>
          <a:prstGeom prst="rect">
            <a:avLst/>
          </a:prstGeom>
          <a:solidFill>
            <a:srgbClr val="ECECFF"/>
          </a:solidFill>
          <a:ln w="9525">
            <a:solidFill>
              <a:srgbClr val="9370DB"/>
            </a:solidFill>
          </a:ln>
        </p:spPr>
      </p:sp>
      <p:sp>
        <p:nvSpPr>
          <p:cNvPr id="33" name="Text 33"/>
          <p:cNvSpPr txBox="1"/>
          <p:nvPr/>
        </p:nvSpPr>
        <p:spPr>
          <a:xfrm>
            <a:off x="2158087" y="6074027"/>
            <a:ext cx="678031" cy="169508"/>
          </a:xfrm>
          <a:prstGeom prst="rect">
            <a:avLst/>
          </a:prstGeom>
          <a:noFill/>
          <a:ln w="9525">
            <a:noFill/>
          </a:ln>
        </p:spPr>
        <p:txBody>
          <a:bodyPr wrap="none" rtlCol="0" lIns="0" tIns="0" rIns="0" bIns="0" anchor="ctr">
            <a:noAutofit/>
          </a:bodyPr>
          <a:lstStyle/>
          <a:p>
            <a:pPr algn="ctr"/>
            <a:r>
              <a:rPr lang="en-US" sz="12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產出檢測紀錄</a:t>
            </a:r>
            <a:endParaRPr lang="en-US" sz="1200"/>
          </a:p>
        </p:txBody>
      </p:sp>
    </p:spTree>
  </p:cSld>
  <p:clrMapOvr>
    <a:masterClrMapping/>
  </p:clrMapOvr>
</p:sld>
</file>