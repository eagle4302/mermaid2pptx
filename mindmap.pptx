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smdcp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d76423fdf654eeb" /><Relationship Type="http://schemas.openxmlformats.org/package/2006/relationships/metadata/core-properties" Target="/package/services/metadata/core-properties/00837255115a4d50aced6b15fa2aeb0d.psmdcp" Id="R0ffe31e43eee415c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12191695" cy="6858000" type="screen16x9"/>
  <p:notesSz cx="6858000" cy="9144000"/>
  <p:defaultTextStyle>
    <a:defPPr>
      <a:defRPr lang="en-US"/>
    </a:def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 algn="l">
        <a:defRPr sz="32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titleStyle>
    <p:body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bodyStyle>
    <p:other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otherStyle>
  </p:txStyles>
</p:sldMaster>
</file>

<file path=ppt/slideMasters/theme/theme1.xml><?xml version="1.0" encoding="utf-8"?>
<a:theme xmlns:a="http://schemas.openxmlformats.org/drawingml/2006/main" name="Mermaid2Pptx">
  <a:themeElements>
    <a:clrScheme name="Mermaid2Pptx">
      <a:dk1>
        <a:srgbClr val="111111"/>
      </a:dk1>
      <a:lt1>
        <a:srgbClr val="FFFFFF"/>
      </a:lt1>
      <a:dk2>
        <a:srgbClr val="444444"/>
      </a:dk2>
      <a:lt2>
        <a:srgbClr val="EEEEEE"/>
      </a:lt2>
      <a:accent1>
        <a:srgbClr val="2563EB"/>
      </a:accent1>
      <a:accent2>
        <a:srgbClr val="16A34A"/>
      </a:accent2>
      <a:accent3>
        <a:srgbClr val="DC2626"/>
      </a:accent3>
      <a:accent4>
        <a:srgbClr val="F59E0B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ermaid2Ppt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rmaid2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Path 2"/>
          <p:cNvSpPr/>
          <p:nvPr/>
        </p:nvSpPr>
        <p:spPr>
          <a:xfrm>
            <a:off x="5205647" y="2231034"/>
            <a:ext cx="317397" cy="1085281"/>
          </a:xfrm>
          <a:custGeom>
            <a:avLst/>
            <a:gdLst/>
            <a:ahLst/>
            <a:cxnLst/>
            <a:rect l="0" t="0" r="317397" b="1085281"/>
            <a:pathLst>
              <a:path w="317397" h="1085281">
                <a:moveTo>
                  <a:pt x="0" y="1085281"/>
                </a:moveTo>
                <a:lnTo>
                  <a:pt x="26449" y="994845"/>
                </a:lnTo>
                <a:cubicBezTo>
                  <a:pt x="52899" y="904399"/>
                  <a:pt x="105799" y="723527"/>
                  <a:pt x="158698" y="542645"/>
                </a:cubicBezTo>
                <a:cubicBezTo>
                  <a:pt x="211598" y="361763"/>
                  <a:pt x="264498" y="180882"/>
                  <a:pt x="290948" y="90436"/>
                </a:cubicBezTo>
                <a:lnTo>
                  <a:pt x="317397" y="0"/>
                </a:lnTo>
              </a:path>
            </a:pathLst>
          </a:custGeom>
          <a:noFill/>
          <a:ln w="104775">
            <a:solidFill>
              <a:srgbClr val="FFFF78"/>
            </a:solidFill>
          </a:ln>
        </p:spPr>
      </p:sp>
      <p:sp>
        <p:nvSpPr>
          <p:cNvPr id="3" name="Path 3"/>
          <p:cNvSpPr/>
          <p:nvPr/>
        </p:nvSpPr>
        <p:spPr>
          <a:xfrm>
            <a:off x="4488920" y="1463123"/>
            <a:ext cx="951032" cy="558446"/>
          </a:xfrm>
          <a:custGeom>
            <a:avLst/>
            <a:gdLst/>
            <a:ahLst/>
            <a:cxnLst/>
            <a:rect l="0" t="0" r="951032" b="558446"/>
            <a:pathLst>
              <a:path w="951032" h="558446">
                <a:moveTo>
                  <a:pt x="951032" y="558446"/>
                </a:moveTo>
                <a:lnTo>
                  <a:pt x="871778" y="511909"/>
                </a:lnTo>
                <a:cubicBezTo>
                  <a:pt x="792523" y="465372"/>
                  <a:pt x="634024" y="372297"/>
                  <a:pt x="475516" y="279223"/>
                </a:cubicBezTo>
                <a:cubicBezTo>
                  <a:pt x="317008" y="186148"/>
                  <a:pt x="158509" y="93074"/>
                  <a:pt x="79255" y="46537"/>
                </a:cubicBezTo>
                <a:lnTo>
                  <a:pt x="0" y="0"/>
                </a:lnTo>
              </a:path>
            </a:pathLst>
          </a:custGeom>
          <a:noFill/>
          <a:ln w="47625">
            <a:solidFill>
              <a:srgbClr val="FFFF78"/>
            </a:solidFill>
          </a:ln>
        </p:spPr>
      </p:sp>
      <p:sp>
        <p:nvSpPr>
          <p:cNvPr id="4" name="Path 4"/>
          <p:cNvSpPr/>
          <p:nvPr/>
        </p:nvSpPr>
        <p:spPr>
          <a:xfrm>
            <a:off x="5700488" y="1682474"/>
            <a:ext cx="1297879" cy="372069"/>
          </a:xfrm>
          <a:custGeom>
            <a:avLst/>
            <a:gdLst/>
            <a:ahLst/>
            <a:cxnLst/>
            <a:rect l="0" t="0" r="1297879" b="372069"/>
            <a:pathLst>
              <a:path w="1297879" h="372069">
                <a:moveTo>
                  <a:pt x="0" y="372069"/>
                </a:moveTo>
                <a:lnTo>
                  <a:pt x="108161" y="341057"/>
                </a:lnTo>
                <a:cubicBezTo>
                  <a:pt x="216313" y="310055"/>
                  <a:pt x="432626" y="248040"/>
                  <a:pt x="648939" y="186035"/>
                </a:cubicBezTo>
                <a:cubicBezTo>
                  <a:pt x="865253" y="124020"/>
                  <a:pt x="1081566" y="62015"/>
                  <a:pt x="1189727" y="31003"/>
                </a:cubicBezTo>
                <a:lnTo>
                  <a:pt x="1297879" y="0"/>
                </a:lnTo>
              </a:path>
            </a:pathLst>
          </a:custGeom>
          <a:noFill/>
          <a:ln w="47625">
            <a:solidFill>
              <a:srgbClr val="FFFF78"/>
            </a:solidFill>
          </a:ln>
        </p:spPr>
      </p:sp>
      <p:sp>
        <p:nvSpPr>
          <p:cNvPr id="5" name="Path 5"/>
          <p:cNvSpPr/>
          <p:nvPr/>
        </p:nvSpPr>
        <p:spPr>
          <a:xfrm>
            <a:off x="5308303" y="3459165"/>
            <a:ext cx="1421804" cy="56966"/>
          </a:xfrm>
          <a:custGeom>
            <a:avLst/>
            <a:gdLst/>
            <a:ahLst/>
            <a:cxnLst/>
            <a:rect l="0" t="0" r="1421804" b="56966"/>
            <a:pathLst>
              <a:path w="1421804" h="56966">
                <a:moveTo>
                  <a:pt x="0" y="0"/>
                </a:moveTo>
                <a:lnTo>
                  <a:pt x="118486" y="4743"/>
                </a:lnTo>
                <a:cubicBezTo>
                  <a:pt x="236962" y="9496"/>
                  <a:pt x="473934" y="18982"/>
                  <a:pt x="710897" y="28478"/>
                </a:cubicBezTo>
                <a:cubicBezTo>
                  <a:pt x="947869" y="37974"/>
                  <a:pt x="1184832" y="47470"/>
                  <a:pt x="1303318" y="52214"/>
                </a:cubicBezTo>
                <a:lnTo>
                  <a:pt x="1421804" y="56966"/>
                </a:lnTo>
              </a:path>
            </a:pathLst>
          </a:custGeom>
          <a:noFill/>
          <a:ln w="104775">
            <a:solidFill>
              <a:srgbClr val="D7FF86"/>
            </a:solidFill>
          </a:ln>
        </p:spPr>
      </p:sp>
      <p:sp>
        <p:nvSpPr>
          <p:cNvPr id="6" name="Path 6"/>
          <p:cNvSpPr/>
          <p:nvPr/>
        </p:nvSpPr>
        <p:spPr>
          <a:xfrm>
            <a:off x="6981794" y="2963771"/>
            <a:ext cx="548798" cy="465648"/>
          </a:xfrm>
          <a:custGeom>
            <a:avLst/>
            <a:gdLst/>
            <a:ahLst/>
            <a:cxnLst/>
            <a:rect l="0" t="0" r="548798" b="465648"/>
            <a:pathLst>
              <a:path w="548798" h="465648">
                <a:moveTo>
                  <a:pt x="0" y="465648"/>
                </a:moveTo>
                <a:lnTo>
                  <a:pt x="45737" y="426836"/>
                </a:lnTo>
                <a:cubicBezTo>
                  <a:pt x="91465" y="388032"/>
                  <a:pt x="182930" y="310426"/>
                  <a:pt x="274394" y="232820"/>
                </a:cubicBezTo>
                <a:cubicBezTo>
                  <a:pt x="365869" y="155213"/>
                  <a:pt x="457333" y="77607"/>
                  <a:pt x="503061" y="38803"/>
                </a:cubicBezTo>
                <a:lnTo>
                  <a:pt x="548798" y="0"/>
                </a:lnTo>
              </a:path>
            </a:pathLst>
          </a:custGeom>
          <a:noFill/>
          <a:ln w="47625">
            <a:solidFill>
              <a:srgbClr val="D7FF86"/>
            </a:solidFill>
          </a:ln>
        </p:spPr>
      </p:sp>
      <p:sp>
        <p:nvSpPr>
          <p:cNvPr id="7" name="Path 7"/>
          <p:cNvSpPr/>
          <p:nvPr/>
        </p:nvSpPr>
        <p:spPr>
          <a:xfrm>
            <a:off x="7014864" y="3537562"/>
            <a:ext cx="1528393" cy="169138"/>
          </a:xfrm>
          <a:custGeom>
            <a:avLst/>
            <a:gdLst/>
            <a:ahLst/>
            <a:cxnLst/>
            <a:rect l="0" t="0" r="1528393" b="169138"/>
            <a:pathLst>
              <a:path w="1528393" h="169138">
                <a:moveTo>
                  <a:pt x="0" y="0"/>
                </a:moveTo>
                <a:lnTo>
                  <a:pt x="127363" y="14096"/>
                </a:lnTo>
                <a:cubicBezTo>
                  <a:pt x="254726" y="28193"/>
                  <a:pt x="509461" y="56376"/>
                  <a:pt x="764196" y="84569"/>
                </a:cubicBezTo>
                <a:cubicBezTo>
                  <a:pt x="1018922" y="112761"/>
                  <a:pt x="1273658" y="140945"/>
                  <a:pt x="1401021" y="155041"/>
                </a:cubicBezTo>
                <a:lnTo>
                  <a:pt x="1528393" y="169138"/>
                </a:lnTo>
              </a:path>
            </a:pathLst>
          </a:custGeom>
          <a:noFill/>
          <a:ln w="47625">
            <a:solidFill>
              <a:srgbClr val="D7FF86"/>
            </a:solidFill>
          </a:ln>
        </p:spPr>
      </p:sp>
      <p:sp>
        <p:nvSpPr>
          <p:cNvPr id="8" name="Path 8"/>
          <p:cNvSpPr/>
          <p:nvPr/>
        </p:nvSpPr>
        <p:spPr>
          <a:xfrm>
            <a:off x="5252889" y="3566507"/>
            <a:ext cx="805638" cy="1042839"/>
          </a:xfrm>
          <a:custGeom>
            <a:avLst/>
            <a:gdLst/>
            <a:ahLst/>
            <a:cxnLst/>
            <a:rect l="0" t="0" r="805638" b="1042839"/>
            <a:pathLst>
              <a:path w="805638" h="1042839">
                <a:moveTo>
                  <a:pt x="0" y="0"/>
                </a:moveTo>
                <a:lnTo>
                  <a:pt x="67139" y="86902"/>
                </a:lnTo>
                <a:cubicBezTo>
                  <a:pt x="134277" y="173805"/>
                  <a:pt x="268546" y="347610"/>
                  <a:pt x="402824" y="521415"/>
                </a:cubicBezTo>
                <a:cubicBezTo>
                  <a:pt x="537092" y="695229"/>
                  <a:pt x="671370" y="869034"/>
                  <a:pt x="738499" y="955937"/>
                </a:cubicBezTo>
                <a:lnTo>
                  <a:pt x="805638" y="1042839"/>
                </a:lnTo>
              </a:path>
            </a:pathLst>
          </a:custGeom>
          <a:noFill/>
          <a:ln w="104775">
            <a:solidFill>
              <a:srgbClr val="C286FF"/>
            </a:solidFill>
          </a:ln>
        </p:spPr>
      </p:sp>
      <p:sp>
        <p:nvSpPr>
          <p:cNvPr id="9" name="Path 9"/>
          <p:cNvSpPr/>
          <p:nvPr/>
        </p:nvSpPr>
        <p:spPr>
          <a:xfrm>
            <a:off x="6287698" y="4739585"/>
            <a:ext cx="1450511" cy="175663"/>
          </a:xfrm>
          <a:custGeom>
            <a:avLst/>
            <a:gdLst/>
            <a:ahLst/>
            <a:cxnLst/>
            <a:rect l="0" t="0" r="1450511" b="175663"/>
            <a:pathLst>
              <a:path w="1450511" h="175663">
                <a:moveTo>
                  <a:pt x="0" y="0"/>
                </a:moveTo>
                <a:lnTo>
                  <a:pt x="120877" y="14640"/>
                </a:lnTo>
                <a:cubicBezTo>
                  <a:pt x="241754" y="29279"/>
                  <a:pt x="483507" y="58558"/>
                  <a:pt x="725261" y="87836"/>
                </a:cubicBezTo>
                <a:cubicBezTo>
                  <a:pt x="967005" y="117105"/>
                  <a:pt x="1208758" y="146384"/>
                  <a:pt x="1329635" y="161023"/>
                </a:cubicBezTo>
                <a:lnTo>
                  <a:pt x="1450511" y="175663"/>
                </a:lnTo>
              </a:path>
            </a:pathLst>
          </a:custGeom>
          <a:noFill/>
          <a:ln w="47625">
            <a:solidFill>
              <a:srgbClr val="C286FF"/>
            </a:solidFill>
          </a:ln>
        </p:spPr>
      </p:sp>
      <p:sp>
        <p:nvSpPr>
          <p:cNvPr id="10" name="Path 10"/>
          <p:cNvSpPr/>
          <p:nvPr/>
        </p:nvSpPr>
        <p:spPr>
          <a:xfrm>
            <a:off x="6170136" y="4863196"/>
            <a:ext cx="94561" cy="548798"/>
          </a:xfrm>
          <a:custGeom>
            <a:avLst/>
            <a:gdLst/>
            <a:ahLst/>
            <a:cxnLst/>
            <a:rect l="0" t="0" r="94561" b="548798"/>
            <a:pathLst>
              <a:path w="94561" h="548798">
                <a:moveTo>
                  <a:pt x="0" y="0"/>
                </a:moveTo>
                <a:lnTo>
                  <a:pt x="7877" y="45737"/>
                </a:lnTo>
                <a:cubicBezTo>
                  <a:pt x="15754" y="91474"/>
                  <a:pt x="31517" y="182939"/>
                  <a:pt x="47280" y="274403"/>
                </a:cubicBezTo>
                <a:cubicBezTo>
                  <a:pt x="63044" y="365868"/>
                  <a:pt x="78807" y="457333"/>
                  <a:pt x="86684" y="503061"/>
                </a:cubicBezTo>
                <a:lnTo>
                  <a:pt x="94561" y="548798"/>
                </a:lnTo>
              </a:path>
            </a:pathLst>
          </a:custGeom>
          <a:noFill/>
          <a:ln w="47625">
            <a:solidFill>
              <a:srgbClr val="C286FF"/>
            </a:solidFill>
          </a:ln>
        </p:spPr>
      </p:sp>
      <p:sp>
        <p:nvSpPr>
          <p:cNvPr id="11" name="Path 11"/>
          <p:cNvSpPr/>
          <p:nvPr/>
        </p:nvSpPr>
        <p:spPr>
          <a:xfrm>
            <a:off x="3961705" y="3540191"/>
            <a:ext cx="1090329" cy="833202"/>
          </a:xfrm>
          <a:custGeom>
            <a:avLst/>
            <a:gdLst/>
            <a:ahLst/>
            <a:cxnLst/>
            <a:rect l="0" t="0" r="1090329" b="833202"/>
            <a:pathLst>
              <a:path w="1090329" h="833202">
                <a:moveTo>
                  <a:pt x="1090329" y="0"/>
                </a:moveTo>
                <a:lnTo>
                  <a:pt x="999464" y="69434"/>
                </a:lnTo>
                <a:cubicBezTo>
                  <a:pt x="908599" y="138868"/>
                  <a:pt x="726880" y="277737"/>
                  <a:pt x="545160" y="416596"/>
                </a:cubicBezTo>
                <a:cubicBezTo>
                  <a:pt x="363440" y="555465"/>
                  <a:pt x="181720" y="694333"/>
                  <a:pt x="90855" y="763768"/>
                </a:cubicBezTo>
                <a:lnTo>
                  <a:pt x="0" y="833202"/>
                </a:lnTo>
              </a:path>
            </a:pathLst>
          </a:custGeom>
          <a:noFill/>
          <a:ln w="104775">
            <a:solidFill>
              <a:srgbClr val="FF86FF"/>
            </a:solidFill>
          </a:ln>
        </p:spPr>
      </p:sp>
      <p:sp>
        <p:nvSpPr>
          <p:cNvPr id="12" name="Path 12"/>
          <p:cNvSpPr/>
          <p:nvPr/>
        </p:nvSpPr>
        <p:spPr>
          <a:xfrm>
            <a:off x="3869678" y="4601383"/>
            <a:ext cx="83293" cy="547313"/>
          </a:xfrm>
          <a:custGeom>
            <a:avLst/>
            <a:gdLst/>
            <a:ahLst/>
            <a:cxnLst/>
            <a:rect l="0" t="0" r="83293" b="547313"/>
            <a:pathLst>
              <a:path w="83293" h="547313">
                <a:moveTo>
                  <a:pt x="0" y="0"/>
                </a:moveTo>
                <a:lnTo>
                  <a:pt x="6944" y="45604"/>
                </a:lnTo>
                <a:cubicBezTo>
                  <a:pt x="13887" y="91218"/>
                  <a:pt x="27765" y="182435"/>
                  <a:pt x="41651" y="273652"/>
                </a:cubicBezTo>
                <a:cubicBezTo>
                  <a:pt x="55529" y="364878"/>
                  <a:pt x="69416" y="456096"/>
                  <a:pt x="76359" y="501699"/>
                </a:cubicBezTo>
                <a:lnTo>
                  <a:pt x="83293" y="547313"/>
                </a:lnTo>
              </a:path>
            </a:pathLst>
          </a:custGeom>
          <a:noFill/>
          <a:ln w="47625">
            <a:solidFill>
              <a:srgbClr val="FF86FF"/>
            </a:solidFill>
          </a:ln>
        </p:spPr>
      </p:sp>
      <p:sp>
        <p:nvSpPr>
          <p:cNvPr id="13" name="Path 13"/>
          <p:cNvSpPr/>
          <p:nvPr/>
        </p:nvSpPr>
        <p:spPr>
          <a:xfrm>
            <a:off x="1950928" y="4481621"/>
            <a:ext cx="1756013" cy="267146"/>
          </a:xfrm>
          <a:custGeom>
            <a:avLst/>
            <a:gdLst/>
            <a:ahLst/>
            <a:cxnLst/>
            <a:rect l="0" t="0" r="1756013" b="267146"/>
            <a:pathLst>
              <a:path w="1756013" h="267146">
                <a:moveTo>
                  <a:pt x="1756013" y="0"/>
                </a:moveTo>
                <a:lnTo>
                  <a:pt x="1609677" y="22269"/>
                </a:lnTo>
                <a:cubicBezTo>
                  <a:pt x="1463341" y="44528"/>
                  <a:pt x="1170679" y="89055"/>
                  <a:pt x="878007" y="133573"/>
                </a:cubicBezTo>
                <a:cubicBezTo>
                  <a:pt x="585335" y="178101"/>
                  <a:pt x="292672" y="222619"/>
                  <a:pt x="146336" y="244887"/>
                </a:cubicBezTo>
                <a:lnTo>
                  <a:pt x="0" y="267146"/>
                </a:lnTo>
              </a:path>
            </a:pathLst>
          </a:custGeom>
          <a:noFill/>
          <a:ln w="47625">
            <a:solidFill>
              <a:srgbClr val="FF86FF"/>
            </a:solidFill>
          </a:ln>
        </p:spPr>
      </p:sp>
      <p:sp>
        <p:nvSpPr>
          <p:cNvPr id="14" name="Path 14"/>
          <p:cNvSpPr/>
          <p:nvPr/>
        </p:nvSpPr>
        <p:spPr>
          <a:xfrm>
            <a:off x="3533708" y="3062351"/>
            <a:ext cx="1492905" cy="357791"/>
          </a:xfrm>
          <a:custGeom>
            <a:avLst/>
            <a:gdLst/>
            <a:ahLst/>
            <a:cxnLst/>
            <a:rect l="0" t="0" r="1492905" b="357791"/>
            <a:pathLst>
              <a:path w="1492905" h="357791">
                <a:moveTo>
                  <a:pt x="1492905" y="357791"/>
                </a:moveTo>
                <a:lnTo>
                  <a:pt x="1368494" y="327979"/>
                </a:lnTo>
                <a:cubicBezTo>
                  <a:pt x="1244084" y="298167"/>
                  <a:pt x="995273" y="238534"/>
                  <a:pt x="746452" y="178900"/>
                </a:cubicBezTo>
                <a:cubicBezTo>
                  <a:pt x="497641" y="119267"/>
                  <a:pt x="248820" y="59633"/>
                  <a:pt x="124410" y="29821"/>
                </a:cubicBezTo>
                <a:lnTo>
                  <a:pt x="0" y="0"/>
                </a:lnTo>
              </a:path>
            </a:pathLst>
          </a:custGeom>
          <a:noFill/>
          <a:ln w="104775">
            <a:solidFill>
              <a:srgbClr val="FF86C2"/>
            </a:solidFill>
          </a:ln>
        </p:spPr>
      </p:sp>
      <p:sp>
        <p:nvSpPr>
          <p:cNvPr id="15" name="Path 15"/>
          <p:cNvSpPr/>
          <p:nvPr/>
        </p:nvSpPr>
        <p:spPr>
          <a:xfrm>
            <a:off x="1925098" y="3069056"/>
            <a:ext cx="1332520" cy="388661"/>
          </a:xfrm>
          <a:custGeom>
            <a:avLst/>
            <a:gdLst/>
            <a:ahLst/>
            <a:cxnLst/>
            <a:rect l="0" t="0" r="1332520" b="388661"/>
            <a:pathLst>
              <a:path w="1332520" h="388661">
                <a:moveTo>
                  <a:pt x="1332520" y="0"/>
                </a:moveTo>
                <a:lnTo>
                  <a:pt x="1221482" y="32393"/>
                </a:lnTo>
                <a:cubicBezTo>
                  <a:pt x="1110435" y="64777"/>
                  <a:pt x="888350" y="129554"/>
                  <a:pt x="666265" y="194331"/>
                </a:cubicBezTo>
                <a:cubicBezTo>
                  <a:pt x="444170" y="259107"/>
                  <a:pt x="222085" y="323884"/>
                  <a:pt x="111047" y="356268"/>
                </a:cubicBezTo>
                <a:lnTo>
                  <a:pt x="0" y="388661"/>
                </a:lnTo>
              </a:path>
            </a:pathLst>
          </a:custGeom>
          <a:noFill/>
          <a:ln w="47625">
            <a:solidFill>
              <a:srgbClr val="FF86C2"/>
            </a:solidFill>
          </a:ln>
        </p:spPr>
      </p:sp>
      <p:sp>
        <p:nvSpPr>
          <p:cNvPr id="16" name="Path 16"/>
          <p:cNvSpPr/>
          <p:nvPr/>
        </p:nvSpPr>
        <p:spPr>
          <a:xfrm>
            <a:off x="2804980" y="2443757"/>
            <a:ext cx="488384" cy="484659"/>
          </a:xfrm>
          <a:custGeom>
            <a:avLst/>
            <a:gdLst/>
            <a:ahLst/>
            <a:cxnLst/>
            <a:rect l="0" t="0" r="488384" b="484659"/>
            <a:pathLst>
              <a:path w="488384" h="484659">
                <a:moveTo>
                  <a:pt x="488384" y="484659"/>
                </a:moveTo>
                <a:lnTo>
                  <a:pt x="447685" y="444275"/>
                </a:lnTo>
                <a:cubicBezTo>
                  <a:pt x="406987" y="403890"/>
                  <a:pt x="325589" y="323112"/>
                  <a:pt x="244192" y="242334"/>
                </a:cubicBezTo>
                <a:cubicBezTo>
                  <a:pt x="162795" y="161556"/>
                  <a:pt x="81398" y="80778"/>
                  <a:pt x="40699" y="40393"/>
                </a:cubicBezTo>
                <a:lnTo>
                  <a:pt x="0" y="0"/>
                </a:lnTo>
              </a:path>
            </a:pathLst>
          </a:custGeom>
          <a:noFill/>
          <a:ln w="47625">
            <a:solidFill>
              <a:srgbClr val="FF86C2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4472633" y="2760529"/>
            <a:ext cx="1385830" cy="1385829"/>
          </a:xfrm>
          <a:prstGeom prst="ellipse">
            <a:avLst/>
          </a:prstGeom>
          <a:solidFill>
            <a:srgbClr val="0000EC"/>
          </a:solidFill>
          <a:ln w="9525">
            <a:solidFill>
              <a:srgbClr val="8686FF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567879" y="3339148"/>
            <a:ext cx="1195338" cy="228591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AOI 清潔檢測設備</a:t>
            </a:r>
            <a:endParaRPr lang="en-US" sz="1200"/>
          </a:p>
        </p:txBody>
      </p:sp>
      <p:sp>
        <p:nvSpPr>
          <p:cNvPr id="19" name="Path 19"/>
          <p:cNvSpPr/>
          <p:nvPr/>
        </p:nvSpPr>
        <p:spPr>
          <a:xfrm>
            <a:off x="5067873" y="1931991"/>
            <a:ext cx="990558" cy="323836"/>
          </a:xfrm>
          <a:custGeom>
            <a:avLst/>
            <a:gdLst/>
            <a:ahLst/>
            <a:cxnLst/>
            <a:rect l="0" t="0" r="990558" b="323836"/>
            <a:pathLst>
              <a:path w="990558" h="323836">
                <a:moveTo>
                  <a:pt x="0" y="276213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942935" y="0"/>
                </a:lnTo>
                <a:quadBezTo>
                  <a:pt x="990558" y="0"/>
                  <a:pt x="990558" y="47623"/>
                </a:quadBezTo>
                <a:lnTo>
                  <a:pt x="990558" y="276213"/>
                </a:lnTo>
                <a:quadBezTo>
                  <a:pt x="990558" y="323836"/>
                  <a:pt x="942935" y="323836"/>
                </a:quadBezTo>
                <a:lnTo>
                  <a:pt x="47623" y="323836"/>
                </a:lnTo>
                <a:quadBezTo>
                  <a:pt x="0" y="323836"/>
                  <a:pt x="0" y="276213"/>
                </a:quadBezTo>
                <a:close/>
              </a:path>
            </a:pathLst>
          </a:custGeom>
          <a:solidFill>
            <a:srgbClr val="FFFF78"/>
          </a:solidFill>
          <a:ln w="9525">
            <a:solidFill>
              <a:srgbClr val="FFFF78"/>
            </a:solidFill>
          </a:ln>
        </p:spPr>
      </p:sp>
      <p:cxnSp>
        <p:nvCxnSpPr>
          <p:cNvPr id="20" name="Line 20"/>
          <p:cNvCxnSpPr/>
          <p:nvPr/>
        </p:nvCxnSpPr>
        <p:spPr>
          <a:xfrm>
            <a:off x="5067873" y="2255827"/>
            <a:ext cx="990558" cy="1"/>
          </a:xfrm>
          <a:prstGeom prst="line">
            <a:avLst/>
          </a:prstGeom>
          <a:ln w="28575">
            <a:solidFill>
              <a:srgbClr val="ABABFF"/>
            </a:solidFill>
          </a:ln>
        </p:spPr>
      </p:cxnSp>
      <p:sp>
        <p:nvSpPr>
          <p:cNvPr id="21" name="Text 21"/>
          <p:cNvSpPr txBox="1"/>
          <p:nvPr/>
        </p:nvSpPr>
        <p:spPr>
          <a:xfrm>
            <a:off x="5258365" y="1979614"/>
            <a:ext cx="609574" cy="2285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看得更準</a:t>
            </a:r>
            <a:endParaRPr lang="en-US" sz="1200"/>
          </a:p>
        </p:txBody>
      </p:sp>
      <p:sp>
        <p:nvSpPr>
          <p:cNvPr id="22" name="Path 22"/>
          <p:cNvSpPr/>
          <p:nvPr/>
        </p:nvSpPr>
        <p:spPr>
          <a:xfrm>
            <a:off x="3222769" y="1114570"/>
            <a:ext cx="2285904" cy="552427"/>
          </a:xfrm>
          <a:custGeom>
            <a:avLst/>
            <a:gdLst/>
            <a:ahLst/>
            <a:cxnLst/>
            <a:rect l="0" t="0" r="2285904" b="552427"/>
            <a:pathLst>
              <a:path w="2285904" h="552427">
                <a:moveTo>
                  <a:pt x="0" y="504804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2238281" y="0"/>
                </a:lnTo>
                <a:quadBezTo>
                  <a:pt x="2285904" y="0"/>
                  <a:pt x="2285904" y="47623"/>
                </a:quadBezTo>
                <a:lnTo>
                  <a:pt x="2285904" y="504804"/>
                </a:lnTo>
                <a:quadBezTo>
                  <a:pt x="2285904" y="552427"/>
                  <a:pt x="2238281" y="552427"/>
                </a:quadBezTo>
                <a:lnTo>
                  <a:pt x="47623" y="552427"/>
                </a:lnTo>
                <a:quadBezTo>
                  <a:pt x="0" y="552427"/>
                  <a:pt x="0" y="504804"/>
                </a:quadBezTo>
                <a:close/>
              </a:path>
            </a:pathLst>
          </a:custGeom>
          <a:solidFill>
            <a:srgbClr val="FFFF78"/>
          </a:solidFill>
          <a:ln w="9525">
            <a:solidFill>
              <a:srgbClr val="FFFF78"/>
            </a:solidFill>
          </a:ln>
        </p:spPr>
      </p:sp>
      <p:cxnSp>
        <p:nvCxnSpPr>
          <p:cNvPr id="23" name="Line 23"/>
          <p:cNvCxnSpPr/>
          <p:nvPr/>
        </p:nvCxnSpPr>
        <p:spPr>
          <a:xfrm>
            <a:off x="3222769" y="1666997"/>
            <a:ext cx="2285904" cy="1"/>
          </a:xfrm>
          <a:prstGeom prst="line">
            <a:avLst/>
          </a:prstGeom>
          <a:ln w="28575">
            <a:solidFill>
              <a:srgbClr val="ABABFF"/>
            </a:solidFill>
          </a:ln>
        </p:spPr>
      </p:cxnSp>
      <p:sp>
        <p:nvSpPr>
          <p:cNvPr id="24" name="Text 24"/>
          <p:cNvSpPr txBox="1"/>
          <p:nvPr/>
        </p:nvSpPr>
        <p:spPr>
          <a:xfrm>
            <a:off x="3413261" y="1162193"/>
            <a:ext cx="1904920" cy="457181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檢出 100um x 100um 微小髒污</a:t>
            </a:r>
            <a:endParaRPr lang="en-US" sz="1200"/>
          </a:p>
        </p:txBody>
      </p:sp>
      <p:sp>
        <p:nvSpPr>
          <p:cNvPr id="25" name="Path 25"/>
          <p:cNvSpPr/>
          <p:nvPr/>
        </p:nvSpPr>
        <p:spPr>
          <a:xfrm>
            <a:off x="6107051" y="1481187"/>
            <a:ext cx="2057314" cy="323836"/>
          </a:xfrm>
          <a:custGeom>
            <a:avLst/>
            <a:gdLst/>
            <a:ahLst/>
            <a:cxnLst/>
            <a:rect l="0" t="0" r="2057314" b="323836"/>
            <a:pathLst>
              <a:path w="2057314" h="323836">
                <a:moveTo>
                  <a:pt x="0" y="276213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2009691" y="0"/>
                </a:lnTo>
                <a:quadBezTo>
                  <a:pt x="2057314" y="0"/>
                  <a:pt x="2057314" y="47623"/>
                </a:quadBezTo>
                <a:lnTo>
                  <a:pt x="2057314" y="276213"/>
                </a:lnTo>
                <a:quadBezTo>
                  <a:pt x="2057314" y="323836"/>
                  <a:pt x="2009691" y="323836"/>
                </a:quadBezTo>
                <a:lnTo>
                  <a:pt x="47623" y="323836"/>
                </a:lnTo>
                <a:quadBezTo>
                  <a:pt x="0" y="323836"/>
                  <a:pt x="0" y="276213"/>
                </a:quadBezTo>
                <a:close/>
              </a:path>
            </a:pathLst>
          </a:custGeom>
          <a:solidFill>
            <a:srgbClr val="FFFF78"/>
          </a:solidFill>
          <a:ln w="9525">
            <a:solidFill>
              <a:srgbClr val="FFFF78"/>
            </a:solidFill>
          </a:ln>
        </p:spPr>
      </p:sp>
      <p:cxnSp>
        <p:nvCxnSpPr>
          <p:cNvPr id="26" name="Line 26"/>
          <p:cNvCxnSpPr/>
          <p:nvPr/>
        </p:nvCxnSpPr>
        <p:spPr>
          <a:xfrm>
            <a:off x="6107051" y="1805023"/>
            <a:ext cx="2057314" cy="1"/>
          </a:xfrm>
          <a:prstGeom prst="line">
            <a:avLst/>
          </a:prstGeom>
          <a:ln w="28575">
            <a:solidFill>
              <a:srgbClr val="ABABFF"/>
            </a:solidFill>
          </a:ln>
        </p:spPr>
      </p:cxnSp>
      <p:sp>
        <p:nvSpPr>
          <p:cNvPr id="27" name="Text 27"/>
          <p:cNvSpPr txBox="1"/>
          <p:nvPr/>
        </p:nvSpPr>
        <p:spPr>
          <a:xfrm>
            <a:off x="6297543" y="1528810"/>
            <a:ext cx="1676330" cy="2285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補足肉眼不易辨識的缺陷</a:t>
            </a:r>
            <a:endParaRPr lang="en-US" sz="1200"/>
          </a:p>
        </p:txBody>
      </p:sp>
      <p:sp>
        <p:nvSpPr>
          <p:cNvPr id="28" name="Path 28"/>
          <p:cNvSpPr/>
          <p:nvPr/>
        </p:nvSpPr>
        <p:spPr>
          <a:xfrm>
            <a:off x="6377578" y="3359930"/>
            <a:ext cx="990559" cy="323836"/>
          </a:xfrm>
          <a:custGeom>
            <a:avLst/>
            <a:gdLst/>
            <a:ahLst/>
            <a:cxnLst/>
            <a:rect l="0" t="0" r="990559" b="323836"/>
            <a:pathLst>
              <a:path w="990559" h="323836">
                <a:moveTo>
                  <a:pt x="0" y="276213"/>
                </a:moveTo>
                <a:lnTo>
                  <a:pt x="0" y="47623"/>
                </a:lnTo>
                <a:quadBezTo>
                  <a:pt x="0" y="0"/>
                  <a:pt x="47624" y="0"/>
                </a:quadBezTo>
                <a:lnTo>
                  <a:pt x="942936" y="0"/>
                </a:lnTo>
                <a:quadBezTo>
                  <a:pt x="990559" y="0"/>
                  <a:pt x="990559" y="47623"/>
                </a:quadBezTo>
                <a:lnTo>
                  <a:pt x="990559" y="276213"/>
                </a:lnTo>
                <a:quadBezTo>
                  <a:pt x="990559" y="323836"/>
                  <a:pt x="942936" y="323836"/>
                </a:quadBezTo>
                <a:lnTo>
                  <a:pt x="47624" y="323836"/>
                </a:lnTo>
                <a:quadBezTo>
                  <a:pt x="0" y="323836"/>
                  <a:pt x="0" y="276213"/>
                </a:quadBezTo>
                <a:close/>
              </a:path>
            </a:pathLst>
          </a:custGeom>
          <a:solidFill>
            <a:srgbClr val="D7FF86"/>
          </a:solidFill>
          <a:ln w="9525">
            <a:solidFill>
              <a:srgbClr val="D7FF86"/>
            </a:solidFill>
          </a:ln>
        </p:spPr>
      </p:sp>
      <p:cxnSp>
        <p:nvCxnSpPr>
          <p:cNvPr id="29" name="Line 29"/>
          <p:cNvCxnSpPr/>
          <p:nvPr/>
        </p:nvCxnSpPr>
        <p:spPr>
          <a:xfrm>
            <a:off x="6377578" y="3683766"/>
            <a:ext cx="990559" cy="1"/>
          </a:xfrm>
          <a:prstGeom prst="line">
            <a:avLst/>
          </a:prstGeom>
          <a:ln w="28575">
            <a:solidFill>
              <a:srgbClr val="D0B9FF"/>
            </a:solidFill>
          </a:ln>
        </p:spPr>
      </p:cxnSp>
      <p:sp>
        <p:nvSpPr>
          <p:cNvPr id="30" name="Text 30"/>
          <p:cNvSpPr txBox="1"/>
          <p:nvPr/>
        </p:nvSpPr>
        <p:spPr>
          <a:xfrm>
            <a:off x="6568071" y="3407553"/>
            <a:ext cx="609574" cy="2285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做得更快</a:t>
            </a:r>
            <a:endParaRPr lang="en-US" sz="1200"/>
          </a:p>
        </p:txBody>
      </p:sp>
      <p:sp>
        <p:nvSpPr>
          <p:cNvPr id="31" name="Path 31"/>
          <p:cNvSpPr/>
          <p:nvPr/>
        </p:nvSpPr>
        <p:spPr>
          <a:xfrm>
            <a:off x="6839461" y="2709417"/>
            <a:ext cx="1600133" cy="323837"/>
          </a:xfrm>
          <a:custGeom>
            <a:avLst/>
            <a:gdLst/>
            <a:ahLst/>
            <a:cxnLst/>
            <a:rect l="0" t="0" r="1600133" b="323837"/>
            <a:pathLst>
              <a:path w="1600133" h="323837">
                <a:moveTo>
                  <a:pt x="0" y="276214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552510" y="0"/>
                </a:lnTo>
                <a:quadBezTo>
                  <a:pt x="1600133" y="0"/>
                  <a:pt x="1600133" y="47623"/>
                </a:quadBezTo>
                <a:lnTo>
                  <a:pt x="1600133" y="276214"/>
                </a:lnTo>
                <a:quadBezTo>
                  <a:pt x="1600133" y="323837"/>
                  <a:pt x="1552510" y="323837"/>
                </a:quadBezTo>
                <a:lnTo>
                  <a:pt x="47623" y="323837"/>
                </a:lnTo>
                <a:quadBezTo>
                  <a:pt x="0" y="323837"/>
                  <a:pt x="0" y="276214"/>
                </a:quadBezTo>
                <a:close/>
              </a:path>
            </a:pathLst>
          </a:custGeom>
          <a:solidFill>
            <a:srgbClr val="D7FF86"/>
          </a:solidFill>
          <a:ln w="9525">
            <a:solidFill>
              <a:srgbClr val="D7FF86"/>
            </a:solidFill>
          </a:ln>
        </p:spPr>
      </p:sp>
      <p:cxnSp>
        <p:nvCxnSpPr>
          <p:cNvPr id="32" name="Line 32"/>
          <p:cNvCxnSpPr/>
          <p:nvPr/>
        </p:nvCxnSpPr>
        <p:spPr>
          <a:xfrm>
            <a:off x="6839461" y="3033254"/>
            <a:ext cx="1600133" cy="1"/>
          </a:xfrm>
          <a:prstGeom prst="line">
            <a:avLst/>
          </a:prstGeom>
          <a:ln w="28575">
            <a:solidFill>
              <a:srgbClr val="D0B9FF"/>
            </a:solidFill>
          </a:ln>
        </p:spPr>
      </p:cxnSp>
      <p:sp>
        <p:nvSpPr>
          <p:cNvPr id="33" name="Text 33"/>
          <p:cNvSpPr txBox="1"/>
          <p:nvPr/>
        </p:nvSpPr>
        <p:spPr>
          <a:xfrm>
            <a:off x="7029953" y="2757040"/>
            <a:ext cx="1219149" cy="228591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減少人工反覆檢查</a:t>
            </a:r>
            <a:endParaRPr lang="en-US" sz="1200"/>
          </a:p>
        </p:txBody>
      </p:sp>
      <p:sp>
        <p:nvSpPr>
          <p:cNvPr id="34" name="Path 34"/>
          <p:cNvSpPr/>
          <p:nvPr/>
        </p:nvSpPr>
        <p:spPr>
          <a:xfrm>
            <a:off x="7885191" y="3560493"/>
            <a:ext cx="1600133" cy="323837"/>
          </a:xfrm>
          <a:custGeom>
            <a:avLst/>
            <a:gdLst/>
            <a:ahLst/>
            <a:cxnLst/>
            <a:rect l="0" t="0" r="1600133" b="323837"/>
            <a:pathLst>
              <a:path w="1600133" h="323837">
                <a:moveTo>
                  <a:pt x="0" y="276214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552510" y="0"/>
                </a:lnTo>
                <a:quadBezTo>
                  <a:pt x="1600133" y="0"/>
                  <a:pt x="1600133" y="47623"/>
                </a:quadBezTo>
                <a:lnTo>
                  <a:pt x="1600133" y="276214"/>
                </a:lnTo>
                <a:quadBezTo>
                  <a:pt x="1600133" y="323837"/>
                  <a:pt x="1552510" y="323837"/>
                </a:quadBezTo>
                <a:lnTo>
                  <a:pt x="47623" y="323837"/>
                </a:lnTo>
                <a:quadBezTo>
                  <a:pt x="0" y="323837"/>
                  <a:pt x="0" y="276214"/>
                </a:quadBezTo>
                <a:close/>
              </a:path>
            </a:pathLst>
          </a:custGeom>
          <a:solidFill>
            <a:srgbClr val="D7FF86"/>
          </a:solidFill>
          <a:ln w="9525">
            <a:solidFill>
              <a:srgbClr val="D7FF86"/>
            </a:solidFill>
          </a:ln>
        </p:spPr>
      </p:sp>
      <p:cxnSp>
        <p:nvCxnSpPr>
          <p:cNvPr id="35" name="Line 35"/>
          <p:cNvCxnSpPr/>
          <p:nvPr/>
        </p:nvCxnSpPr>
        <p:spPr>
          <a:xfrm>
            <a:off x="7885191" y="3884330"/>
            <a:ext cx="1600133" cy="1"/>
          </a:xfrm>
          <a:prstGeom prst="line">
            <a:avLst/>
          </a:prstGeom>
          <a:ln w="28575">
            <a:solidFill>
              <a:srgbClr val="D0B9FF"/>
            </a:solidFill>
          </a:ln>
        </p:spPr>
      </p:cxnSp>
      <p:sp>
        <p:nvSpPr>
          <p:cNvPr id="36" name="Text 36"/>
          <p:cNvSpPr txBox="1"/>
          <p:nvPr/>
        </p:nvSpPr>
        <p:spPr>
          <a:xfrm>
            <a:off x="8075683" y="3608116"/>
            <a:ext cx="1219149" cy="228591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減少人工清潔時間</a:t>
            </a:r>
            <a:endParaRPr lang="en-US" sz="1200"/>
          </a:p>
        </p:txBody>
      </p:sp>
      <p:sp>
        <p:nvSpPr>
          <p:cNvPr id="37" name="Path 37"/>
          <p:cNvSpPr/>
          <p:nvPr/>
        </p:nvSpPr>
        <p:spPr>
          <a:xfrm>
            <a:off x="5574394" y="4560488"/>
            <a:ext cx="1142952" cy="323836"/>
          </a:xfrm>
          <a:custGeom>
            <a:avLst/>
            <a:gdLst/>
            <a:ahLst/>
            <a:cxnLst/>
            <a:rect l="0" t="0" r="1142952" b="323836"/>
            <a:pathLst>
              <a:path w="1142952" h="323836">
                <a:moveTo>
                  <a:pt x="0" y="276213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095329" y="0"/>
                </a:lnTo>
                <a:quadBezTo>
                  <a:pt x="1142952" y="0"/>
                  <a:pt x="1142952" y="47623"/>
                </a:quadBezTo>
                <a:lnTo>
                  <a:pt x="1142952" y="276213"/>
                </a:lnTo>
                <a:quadBezTo>
                  <a:pt x="1142952" y="323836"/>
                  <a:pt x="1095329" y="323836"/>
                </a:quadBezTo>
                <a:lnTo>
                  <a:pt x="47623" y="323836"/>
                </a:lnTo>
                <a:quadBezTo>
                  <a:pt x="0" y="323836"/>
                  <a:pt x="0" y="276213"/>
                </a:quadBezTo>
                <a:close/>
              </a:path>
            </a:pathLst>
          </a:custGeom>
          <a:solidFill>
            <a:srgbClr val="C286FF"/>
          </a:solidFill>
          <a:ln w="9525">
            <a:solidFill>
              <a:srgbClr val="C286FF"/>
            </a:solidFill>
          </a:ln>
        </p:spPr>
      </p:sp>
      <p:cxnSp>
        <p:nvCxnSpPr>
          <p:cNvPr id="38" name="Line 38"/>
          <p:cNvCxnSpPr/>
          <p:nvPr/>
        </p:nvCxnSpPr>
        <p:spPr>
          <a:xfrm>
            <a:off x="5574394" y="4884324"/>
            <a:ext cx="1142952" cy="1"/>
          </a:xfrm>
          <a:prstGeom prst="line">
            <a:avLst/>
          </a:prstGeom>
          <a:ln w="28575">
            <a:solidFill>
              <a:srgbClr val="DCFFB9"/>
            </a:solidFill>
          </a:ln>
        </p:spPr>
      </p:cxnSp>
      <p:sp>
        <p:nvSpPr>
          <p:cNvPr id="39" name="Text 39"/>
          <p:cNvSpPr txBox="1"/>
          <p:nvPr/>
        </p:nvSpPr>
        <p:spPr>
          <a:xfrm>
            <a:off x="5764886" y="4608111"/>
            <a:ext cx="761968" cy="2285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做得更一致</a:t>
            </a:r>
            <a:endParaRPr lang="en-US" sz="1200"/>
          </a:p>
        </p:txBody>
      </p:sp>
      <p:sp>
        <p:nvSpPr>
          <p:cNvPr id="40" name="Path 40"/>
          <p:cNvSpPr/>
          <p:nvPr/>
        </p:nvSpPr>
        <p:spPr>
          <a:xfrm>
            <a:off x="7232367" y="4770509"/>
            <a:ext cx="1295345" cy="323836"/>
          </a:xfrm>
          <a:custGeom>
            <a:avLst/>
            <a:gdLst/>
            <a:ahLst/>
            <a:cxnLst/>
            <a:rect l="0" t="0" r="1295345" b="323836"/>
            <a:pathLst>
              <a:path w="1295345" h="323836">
                <a:moveTo>
                  <a:pt x="0" y="276213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247722" y="0"/>
                </a:lnTo>
                <a:quadBezTo>
                  <a:pt x="1295345" y="0"/>
                  <a:pt x="1295345" y="47623"/>
                </a:quadBezTo>
                <a:lnTo>
                  <a:pt x="1295345" y="276213"/>
                </a:lnTo>
                <a:quadBezTo>
                  <a:pt x="1295345" y="323836"/>
                  <a:pt x="1247722" y="323836"/>
                </a:quadBezTo>
                <a:lnTo>
                  <a:pt x="47623" y="323836"/>
                </a:lnTo>
                <a:quadBezTo>
                  <a:pt x="0" y="323836"/>
                  <a:pt x="0" y="276213"/>
                </a:quadBezTo>
                <a:close/>
              </a:path>
            </a:pathLst>
          </a:custGeom>
          <a:solidFill>
            <a:srgbClr val="C286FF"/>
          </a:solidFill>
          <a:ln w="9525">
            <a:solidFill>
              <a:srgbClr val="C286FF"/>
            </a:solidFill>
          </a:ln>
        </p:spPr>
      </p:sp>
      <p:cxnSp>
        <p:nvCxnSpPr>
          <p:cNvPr id="41" name="Line 41"/>
          <p:cNvCxnSpPr/>
          <p:nvPr/>
        </p:nvCxnSpPr>
        <p:spPr>
          <a:xfrm>
            <a:off x="7232367" y="5094345"/>
            <a:ext cx="1295345" cy="1"/>
          </a:xfrm>
          <a:prstGeom prst="line">
            <a:avLst/>
          </a:prstGeom>
          <a:ln w="28575">
            <a:solidFill>
              <a:srgbClr val="DCFFB9"/>
            </a:solidFill>
          </a:ln>
        </p:spPr>
      </p:cxnSp>
      <p:sp>
        <p:nvSpPr>
          <p:cNvPr id="42" name="Text 42"/>
          <p:cNvSpPr txBox="1"/>
          <p:nvPr/>
        </p:nvSpPr>
        <p:spPr>
          <a:xfrm>
            <a:off x="7422859" y="4818132"/>
            <a:ext cx="914361" cy="2285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統一檢測標準</a:t>
            </a:r>
            <a:endParaRPr lang="en-US" sz="1200"/>
          </a:p>
        </p:txBody>
      </p:sp>
      <p:sp>
        <p:nvSpPr>
          <p:cNvPr id="43" name="Path 43"/>
          <p:cNvSpPr/>
          <p:nvPr/>
        </p:nvSpPr>
        <p:spPr>
          <a:xfrm>
            <a:off x="5488896" y="5390870"/>
            <a:ext cx="1600133" cy="323836"/>
          </a:xfrm>
          <a:custGeom>
            <a:avLst/>
            <a:gdLst/>
            <a:ahLst/>
            <a:cxnLst/>
            <a:rect l="0" t="0" r="1600133" b="323836"/>
            <a:pathLst>
              <a:path w="1600133" h="323836">
                <a:moveTo>
                  <a:pt x="0" y="276213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552510" y="0"/>
                </a:lnTo>
                <a:quadBezTo>
                  <a:pt x="1600133" y="0"/>
                  <a:pt x="1600133" y="47623"/>
                </a:quadBezTo>
                <a:lnTo>
                  <a:pt x="1600133" y="276213"/>
                </a:lnTo>
                <a:quadBezTo>
                  <a:pt x="1600133" y="323836"/>
                  <a:pt x="1552510" y="323836"/>
                </a:quadBezTo>
                <a:lnTo>
                  <a:pt x="47623" y="323836"/>
                </a:lnTo>
                <a:quadBezTo>
                  <a:pt x="0" y="323836"/>
                  <a:pt x="0" y="276213"/>
                </a:quadBezTo>
                <a:close/>
              </a:path>
            </a:pathLst>
          </a:custGeom>
          <a:solidFill>
            <a:srgbClr val="C286FF"/>
          </a:solidFill>
          <a:ln w="9525">
            <a:solidFill>
              <a:srgbClr val="C286FF"/>
            </a:solidFill>
          </a:ln>
        </p:spPr>
      </p:sp>
      <p:cxnSp>
        <p:nvCxnSpPr>
          <p:cNvPr id="44" name="Line 44"/>
          <p:cNvCxnSpPr/>
          <p:nvPr/>
        </p:nvCxnSpPr>
        <p:spPr>
          <a:xfrm>
            <a:off x="5488896" y="5714706"/>
            <a:ext cx="1600133" cy="1"/>
          </a:xfrm>
          <a:prstGeom prst="line">
            <a:avLst/>
          </a:prstGeom>
          <a:ln w="28575">
            <a:solidFill>
              <a:srgbClr val="DCFFB9"/>
            </a:solidFill>
          </a:ln>
        </p:spPr>
      </p:cxnSp>
      <p:sp>
        <p:nvSpPr>
          <p:cNvPr id="45" name="Text 45"/>
          <p:cNvSpPr txBox="1"/>
          <p:nvPr/>
        </p:nvSpPr>
        <p:spPr>
          <a:xfrm>
            <a:off x="5679388" y="5438493"/>
            <a:ext cx="1219149" cy="2285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降低人員經驗差異</a:t>
            </a:r>
            <a:endParaRPr lang="en-US" sz="1200"/>
          </a:p>
        </p:txBody>
      </p:sp>
      <p:sp>
        <p:nvSpPr>
          <p:cNvPr id="46" name="Path 46"/>
          <p:cNvSpPr/>
          <p:nvPr/>
        </p:nvSpPr>
        <p:spPr>
          <a:xfrm>
            <a:off x="3276706" y="4298220"/>
            <a:ext cx="1142952" cy="323837"/>
          </a:xfrm>
          <a:custGeom>
            <a:avLst/>
            <a:gdLst/>
            <a:ahLst/>
            <a:cxnLst/>
            <a:rect l="0" t="0" r="1142952" b="323837"/>
            <a:pathLst>
              <a:path w="1142952" h="323837">
                <a:moveTo>
                  <a:pt x="0" y="276214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095329" y="0"/>
                </a:lnTo>
                <a:quadBezTo>
                  <a:pt x="1142952" y="0"/>
                  <a:pt x="1142952" y="47623"/>
                </a:quadBezTo>
                <a:lnTo>
                  <a:pt x="1142952" y="276214"/>
                </a:lnTo>
                <a:quadBezTo>
                  <a:pt x="1142952" y="323837"/>
                  <a:pt x="1095329" y="323837"/>
                </a:quadBezTo>
                <a:lnTo>
                  <a:pt x="47623" y="323837"/>
                </a:lnTo>
                <a:quadBezTo>
                  <a:pt x="0" y="323837"/>
                  <a:pt x="0" y="276214"/>
                </a:quadBezTo>
                <a:close/>
              </a:path>
            </a:pathLst>
          </a:custGeom>
          <a:solidFill>
            <a:srgbClr val="FF86FF"/>
          </a:solidFill>
          <a:ln w="9525">
            <a:solidFill>
              <a:srgbClr val="FF86FF"/>
            </a:solidFill>
          </a:ln>
        </p:spPr>
      </p:sp>
      <p:cxnSp>
        <p:nvCxnSpPr>
          <p:cNvPr id="47" name="Line 47"/>
          <p:cNvCxnSpPr/>
          <p:nvPr/>
        </p:nvCxnSpPr>
        <p:spPr>
          <a:xfrm>
            <a:off x="3276706" y="4622057"/>
            <a:ext cx="1142952" cy="1"/>
          </a:xfrm>
          <a:prstGeom prst="line">
            <a:avLst/>
          </a:prstGeom>
          <a:ln w="28575">
            <a:solidFill>
              <a:srgbClr val="B9FFB9"/>
            </a:solidFill>
          </a:ln>
        </p:spPr>
      </p:cxnSp>
      <p:sp>
        <p:nvSpPr>
          <p:cNvPr id="48" name="Text 48"/>
          <p:cNvSpPr txBox="1"/>
          <p:nvPr/>
        </p:nvSpPr>
        <p:spPr>
          <a:xfrm>
            <a:off x="3467198" y="4345843"/>
            <a:ext cx="761968" cy="228591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管得更清楚</a:t>
            </a:r>
            <a:endParaRPr lang="en-US" sz="1200"/>
          </a:p>
        </p:txBody>
      </p:sp>
      <p:sp>
        <p:nvSpPr>
          <p:cNvPr id="49" name="Path 49"/>
          <p:cNvSpPr/>
          <p:nvPr/>
        </p:nvSpPr>
        <p:spPr>
          <a:xfrm>
            <a:off x="3326797" y="5128019"/>
            <a:ext cx="1295346" cy="323837"/>
          </a:xfrm>
          <a:custGeom>
            <a:avLst/>
            <a:gdLst/>
            <a:ahLst/>
            <a:cxnLst/>
            <a:rect l="0" t="0" r="1295346" b="323837"/>
            <a:pathLst>
              <a:path w="1295346" h="323837">
                <a:moveTo>
                  <a:pt x="0" y="276214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247723" y="0"/>
                </a:lnTo>
                <a:quadBezTo>
                  <a:pt x="1295346" y="0"/>
                  <a:pt x="1295346" y="47623"/>
                </a:quadBezTo>
                <a:lnTo>
                  <a:pt x="1295346" y="276214"/>
                </a:lnTo>
                <a:quadBezTo>
                  <a:pt x="1295346" y="323837"/>
                  <a:pt x="1247723" y="323837"/>
                </a:quadBezTo>
                <a:lnTo>
                  <a:pt x="47623" y="323837"/>
                </a:lnTo>
                <a:quadBezTo>
                  <a:pt x="0" y="323837"/>
                  <a:pt x="0" y="276214"/>
                </a:quadBezTo>
                <a:close/>
              </a:path>
            </a:pathLst>
          </a:custGeom>
          <a:solidFill>
            <a:srgbClr val="FF86FF"/>
          </a:solidFill>
          <a:ln w="9525">
            <a:solidFill>
              <a:srgbClr val="FF86FF"/>
            </a:solidFill>
          </a:ln>
        </p:spPr>
      </p:sp>
      <p:cxnSp>
        <p:nvCxnSpPr>
          <p:cNvPr id="50" name="Line 50"/>
          <p:cNvCxnSpPr/>
          <p:nvPr/>
        </p:nvCxnSpPr>
        <p:spPr>
          <a:xfrm>
            <a:off x="3326797" y="5451856"/>
            <a:ext cx="1295346" cy="1"/>
          </a:xfrm>
          <a:prstGeom prst="line">
            <a:avLst/>
          </a:prstGeom>
          <a:ln w="28575">
            <a:solidFill>
              <a:srgbClr val="B9FFB9"/>
            </a:solidFill>
          </a:ln>
        </p:spPr>
      </p:cxnSp>
      <p:sp>
        <p:nvSpPr>
          <p:cNvPr id="51" name="Text 51"/>
          <p:cNvSpPr txBox="1"/>
          <p:nvPr/>
        </p:nvSpPr>
        <p:spPr>
          <a:xfrm>
            <a:off x="3517289" y="5175642"/>
            <a:ext cx="914362" cy="228591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留下檢測資料</a:t>
            </a:r>
            <a:endParaRPr lang="en-US" sz="1200"/>
          </a:p>
        </p:txBody>
      </p:sp>
      <p:sp>
        <p:nvSpPr>
          <p:cNvPr id="52" name="Path 52"/>
          <p:cNvSpPr/>
          <p:nvPr/>
        </p:nvSpPr>
        <p:spPr>
          <a:xfrm>
            <a:off x="857228" y="4608336"/>
            <a:ext cx="1904920" cy="323836"/>
          </a:xfrm>
          <a:custGeom>
            <a:avLst/>
            <a:gdLst/>
            <a:ahLst/>
            <a:cxnLst/>
            <a:rect l="0" t="0" r="1904920" b="323836"/>
            <a:pathLst>
              <a:path w="1904920" h="323836">
                <a:moveTo>
                  <a:pt x="0" y="276213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857297" y="0"/>
                </a:lnTo>
                <a:quadBezTo>
                  <a:pt x="1904920" y="0"/>
                  <a:pt x="1904920" y="47623"/>
                </a:quadBezTo>
                <a:lnTo>
                  <a:pt x="1904920" y="276213"/>
                </a:lnTo>
                <a:quadBezTo>
                  <a:pt x="1904920" y="323836"/>
                  <a:pt x="1857297" y="323836"/>
                </a:quadBezTo>
                <a:lnTo>
                  <a:pt x="47623" y="323836"/>
                </a:lnTo>
                <a:quadBezTo>
                  <a:pt x="0" y="323836"/>
                  <a:pt x="0" y="276213"/>
                </a:quadBezTo>
                <a:close/>
              </a:path>
            </a:pathLst>
          </a:custGeom>
          <a:solidFill>
            <a:srgbClr val="FF86FF"/>
          </a:solidFill>
          <a:ln w="9525">
            <a:solidFill>
              <a:srgbClr val="FF86FF"/>
            </a:solidFill>
          </a:ln>
        </p:spPr>
      </p:sp>
      <p:cxnSp>
        <p:nvCxnSpPr>
          <p:cNvPr id="53" name="Line 53"/>
          <p:cNvCxnSpPr/>
          <p:nvPr/>
        </p:nvCxnSpPr>
        <p:spPr>
          <a:xfrm>
            <a:off x="857228" y="4932172"/>
            <a:ext cx="1904920" cy="1"/>
          </a:xfrm>
          <a:prstGeom prst="line">
            <a:avLst/>
          </a:prstGeom>
          <a:ln w="28575">
            <a:solidFill>
              <a:srgbClr val="B9FFB9"/>
            </a:solidFill>
          </a:ln>
        </p:spPr>
      </p:cxnSp>
      <p:sp>
        <p:nvSpPr>
          <p:cNvPr id="54" name="Text 54"/>
          <p:cNvSpPr txBox="1"/>
          <p:nvPr/>
        </p:nvSpPr>
        <p:spPr>
          <a:xfrm>
            <a:off x="1047720" y="4655959"/>
            <a:ext cx="1523936" cy="2285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可追蹤缺陷與清潔結果</a:t>
            </a:r>
            <a:endParaRPr lang="en-US" sz="1200"/>
          </a:p>
        </p:txBody>
      </p:sp>
      <p:sp>
        <p:nvSpPr>
          <p:cNvPr id="55" name="Path 55"/>
          <p:cNvSpPr/>
          <p:nvPr/>
        </p:nvSpPr>
        <p:spPr>
          <a:xfrm>
            <a:off x="2823300" y="2867139"/>
            <a:ext cx="1142952" cy="323837"/>
          </a:xfrm>
          <a:custGeom>
            <a:avLst/>
            <a:gdLst/>
            <a:ahLst/>
            <a:cxnLst/>
            <a:rect l="0" t="0" r="1142952" b="323837"/>
            <a:pathLst>
              <a:path w="1142952" h="323837">
                <a:moveTo>
                  <a:pt x="0" y="276214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095329" y="0"/>
                </a:lnTo>
                <a:quadBezTo>
                  <a:pt x="1142952" y="0"/>
                  <a:pt x="1142952" y="47623"/>
                </a:quadBezTo>
                <a:lnTo>
                  <a:pt x="1142952" y="276214"/>
                </a:lnTo>
                <a:quadBezTo>
                  <a:pt x="1142952" y="323837"/>
                  <a:pt x="1095329" y="323837"/>
                </a:quadBezTo>
                <a:lnTo>
                  <a:pt x="47623" y="323837"/>
                </a:lnTo>
                <a:quadBezTo>
                  <a:pt x="0" y="323837"/>
                  <a:pt x="0" y="276214"/>
                </a:quadBezTo>
                <a:close/>
              </a:path>
            </a:pathLst>
          </a:custGeom>
          <a:solidFill>
            <a:srgbClr val="FF86C2"/>
          </a:solidFill>
          <a:ln w="9525">
            <a:solidFill>
              <a:srgbClr val="FF86C2"/>
            </a:solidFill>
          </a:ln>
        </p:spPr>
      </p:sp>
      <p:cxnSp>
        <p:nvCxnSpPr>
          <p:cNvPr id="56" name="Line 56"/>
          <p:cNvCxnSpPr/>
          <p:nvPr/>
        </p:nvCxnSpPr>
        <p:spPr>
          <a:xfrm>
            <a:off x="2823300" y="3190976"/>
            <a:ext cx="1142952" cy="1"/>
          </a:xfrm>
          <a:prstGeom prst="line">
            <a:avLst/>
          </a:prstGeom>
          <a:ln w="28575">
            <a:solidFill>
              <a:srgbClr val="B9FFDC"/>
            </a:solidFill>
          </a:ln>
        </p:spPr>
      </p:cxnSp>
      <p:sp>
        <p:nvSpPr>
          <p:cNvPr id="57" name="Text 57"/>
          <p:cNvSpPr txBox="1"/>
          <p:nvPr/>
        </p:nvSpPr>
        <p:spPr>
          <a:xfrm>
            <a:off x="3013792" y="2914762"/>
            <a:ext cx="761968" cy="228591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品質更穩定</a:t>
            </a:r>
            <a:endParaRPr lang="en-US" sz="1200"/>
          </a:p>
        </p:txBody>
      </p:sp>
      <p:sp>
        <p:nvSpPr>
          <p:cNvPr id="58" name="Path 58"/>
          <p:cNvSpPr/>
          <p:nvPr/>
        </p:nvSpPr>
        <p:spPr>
          <a:xfrm>
            <a:off x="1064074" y="3335798"/>
            <a:ext cx="1447739" cy="323836"/>
          </a:xfrm>
          <a:custGeom>
            <a:avLst/>
            <a:gdLst/>
            <a:ahLst/>
            <a:cxnLst/>
            <a:rect l="0" t="0" r="1447739" b="323836"/>
            <a:pathLst>
              <a:path w="1447739" h="323836">
                <a:moveTo>
                  <a:pt x="0" y="276213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400116" y="0"/>
                </a:lnTo>
                <a:quadBezTo>
                  <a:pt x="1447739" y="0"/>
                  <a:pt x="1447739" y="47623"/>
                </a:quadBezTo>
                <a:lnTo>
                  <a:pt x="1447739" y="276213"/>
                </a:lnTo>
                <a:quadBezTo>
                  <a:pt x="1447739" y="323836"/>
                  <a:pt x="1400116" y="323836"/>
                </a:quadBezTo>
                <a:lnTo>
                  <a:pt x="47623" y="323836"/>
                </a:lnTo>
                <a:quadBezTo>
                  <a:pt x="0" y="323836"/>
                  <a:pt x="0" y="276213"/>
                </a:quadBezTo>
                <a:close/>
              </a:path>
            </a:pathLst>
          </a:custGeom>
          <a:solidFill>
            <a:srgbClr val="FF86C2"/>
          </a:solidFill>
          <a:ln w="9525">
            <a:solidFill>
              <a:srgbClr val="FF86C2"/>
            </a:solidFill>
          </a:ln>
        </p:spPr>
      </p:sp>
      <p:cxnSp>
        <p:nvCxnSpPr>
          <p:cNvPr id="59" name="Line 59"/>
          <p:cNvCxnSpPr/>
          <p:nvPr/>
        </p:nvCxnSpPr>
        <p:spPr>
          <a:xfrm>
            <a:off x="1064074" y="3659634"/>
            <a:ext cx="1447739" cy="1"/>
          </a:xfrm>
          <a:prstGeom prst="line">
            <a:avLst/>
          </a:prstGeom>
          <a:ln w="28575">
            <a:solidFill>
              <a:srgbClr val="B9FFDC"/>
            </a:solidFill>
          </a:ln>
        </p:spPr>
      </p:cxnSp>
      <p:sp>
        <p:nvSpPr>
          <p:cNvPr id="60" name="Text 60"/>
          <p:cNvSpPr txBox="1"/>
          <p:nvPr/>
        </p:nvSpPr>
        <p:spPr>
          <a:xfrm>
            <a:off x="1254566" y="3383421"/>
            <a:ext cx="1066755" cy="2285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檢測與清潔整合</a:t>
            </a:r>
            <a:endParaRPr lang="en-US" sz="1200"/>
          </a:p>
        </p:txBody>
      </p:sp>
      <p:sp>
        <p:nvSpPr>
          <p:cNvPr id="61" name="Path 61"/>
          <p:cNvSpPr/>
          <p:nvPr/>
        </p:nvSpPr>
        <p:spPr>
          <a:xfrm>
            <a:off x="1903508" y="2181203"/>
            <a:ext cx="1600133" cy="323836"/>
          </a:xfrm>
          <a:custGeom>
            <a:avLst/>
            <a:gdLst/>
            <a:ahLst/>
            <a:cxnLst/>
            <a:rect l="0" t="0" r="1600133" b="323836"/>
            <a:pathLst>
              <a:path w="1600133" h="323836">
                <a:moveTo>
                  <a:pt x="0" y="276213"/>
                </a:moveTo>
                <a:lnTo>
                  <a:pt x="0" y="47623"/>
                </a:lnTo>
                <a:quadBezTo>
                  <a:pt x="0" y="0"/>
                  <a:pt x="47623" y="0"/>
                </a:quadBezTo>
                <a:lnTo>
                  <a:pt x="1552510" y="0"/>
                </a:lnTo>
                <a:quadBezTo>
                  <a:pt x="1600133" y="0"/>
                  <a:pt x="1600133" y="47623"/>
                </a:quadBezTo>
                <a:lnTo>
                  <a:pt x="1600133" y="276213"/>
                </a:lnTo>
                <a:quadBezTo>
                  <a:pt x="1600133" y="323836"/>
                  <a:pt x="1552510" y="323836"/>
                </a:quadBezTo>
                <a:lnTo>
                  <a:pt x="47623" y="323836"/>
                </a:lnTo>
                <a:quadBezTo>
                  <a:pt x="0" y="323836"/>
                  <a:pt x="0" y="276213"/>
                </a:quadBezTo>
                <a:close/>
              </a:path>
            </a:pathLst>
          </a:custGeom>
          <a:solidFill>
            <a:srgbClr val="FF86C2"/>
          </a:solidFill>
          <a:ln w="9525">
            <a:solidFill>
              <a:srgbClr val="FF86C2"/>
            </a:solidFill>
          </a:ln>
        </p:spPr>
      </p:sp>
      <p:cxnSp>
        <p:nvCxnSpPr>
          <p:cNvPr id="62" name="Line 62"/>
          <p:cNvCxnSpPr/>
          <p:nvPr/>
        </p:nvCxnSpPr>
        <p:spPr>
          <a:xfrm>
            <a:off x="1903508" y="2505039"/>
            <a:ext cx="1600133" cy="1"/>
          </a:xfrm>
          <a:prstGeom prst="line">
            <a:avLst/>
          </a:prstGeom>
          <a:ln w="28575">
            <a:solidFill>
              <a:srgbClr val="B9FFDC"/>
            </a:solidFill>
          </a:ln>
        </p:spPr>
      </p:cxnSp>
      <p:sp>
        <p:nvSpPr>
          <p:cNvPr id="63" name="Text 63"/>
          <p:cNvSpPr txBox="1"/>
          <p:nvPr/>
        </p:nvSpPr>
        <p:spPr>
          <a:xfrm>
            <a:off x="2094000" y="2228826"/>
            <a:ext cx="1219149" cy="2285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提升產品出貨信心</a:t>
            </a:r>
            <a:endParaRPr lang="en-US" sz="1200"/>
          </a:p>
        </p:txBody>
      </p:sp>
    </p:spTree>
  </p:cSld>
  <p:clrMapOvr>
    <a:masterClrMapping/>
  </p:clrMapOvr>
</p:sld>
</file>