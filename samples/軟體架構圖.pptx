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f736810bb7348e5" /><Relationship Type="http://schemas.openxmlformats.org/package/2006/relationships/metadata/core-properties" Target="/package/services/metadata/core-properties/fe75d40027594250a89636509c11f7b7.psmdcp" Id="R9417a1bcd0c4452e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 2"/>
          <p:cNvSpPr/>
          <p:nvPr/>
        </p:nvSpPr>
        <p:spPr>
          <a:xfrm>
            <a:off x="2111037" y="5661987"/>
            <a:ext cx="5926080" cy="672567"/>
          </a:xfrm>
          <a:prstGeom prst="rect">
            <a:avLst/>
          </a:prstGeom>
          <a:solidFill>
            <a:srgbClr val="FFFFDE"/>
          </a:solidFill>
          <a:ln w="9525">
            <a:solidFill>
              <a:srgbClr val="9370DB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4608713" y="5661987"/>
            <a:ext cx="930728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Hardware Layer</a:t>
            </a:r>
            <a:endParaRPr lang="en-US" sz="1200"/>
          </a:p>
        </p:txBody>
      </p:sp>
      <p:sp>
        <p:nvSpPr>
          <p:cNvPr id="4" name="Rect 4"/>
          <p:cNvSpPr/>
          <p:nvPr/>
        </p:nvSpPr>
        <p:spPr>
          <a:xfrm>
            <a:off x="2020145" y="3831831"/>
            <a:ext cx="3702247" cy="1506807"/>
          </a:xfrm>
          <a:prstGeom prst="rect">
            <a:avLst/>
          </a:prstGeom>
          <a:solidFill>
            <a:srgbClr val="FFFFDE"/>
          </a:solidFill>
          <a:ln w="9525">
            <a:solidFill>
              <a:srgbClr val="9370DB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3215517" y="3831831"/>
            <a:ext cx="1311504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Runtime / Driver Layer</a:t>
            </a:r>
            <a:endParaRPr lang="en-US" sz="1200"/>
          </a:p>
        </p:txBody>
      </p:sp>
      <p:sp>
        <p:nvSpPr>
          <p:cNvPr id="6" name="Rect 6"/>
          <p:cNvSpPr/>
          <p:nvPr/>
        </p:nvSpPr>
        <p:spPr>
          <a:xfrm>
            <a:off x="5851732" y="2325024"/>
            <a:ext cx="4319818" cy="2179373"/>
          </a:xfrm>
          <a:prstGeom prst="rect">
            <a:avLst/>
          </a:prstGeom>
          <a:solidFill>
            <a:srgbClr val="FFFFDE"/>
          </a:solidFill>
          <a:ln w="9525">
            <a:solidFill>
              <a:srgbClr val="9370D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580940" y="2325024"/>
            <a:ext cx="861402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C++ Core Layer</a:t>
            </a:r>
            <a:endParaRPr lang="en-US" sz="1200"/>
          </a:p>
        </p:txBody>
      </p:sp>
      <p:sp>
        <p:nvSpPr>
          <p:cNvPr id="8" name="Rect 8"/>
          <p:cNvSpPr/>
          <p:nvPr/>
        </p:nvSpPr>
        <p:spPr>
          <a:xfrm>
            <a:off x="6726138" y="501335"/>
            <a:ext cx="1809139" cy="1500340"/>
          </a:xfrm>
          <a:prstGeom prst="rect">
            <a:avLst/>
          </a:prstGeom>
          <a:solidFill>
            <a:srgbClr val="FFFFDE"/>
          </a:solidFill>
          <a:ln w="9525">
            <a:solidFill>
              <a:srgbClr val="9370DB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354697" y="501335"/>
            <a:ext cx="552022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UI Layer</a:t>
            </a:r>
            <a:endParaRPr lang="en-US" sz="1200"/>
          </a:p>
        </p:txBody>
      </p:sp>
      <p:sp>
        <p:nvSpPr>
          <p:cNvPr id="10" name="Mermaid Edge 10"/>
          <p:cNvSpPr/>
          <p:nvPr/>
        </p:nvSpPr>
        <p:spPr>
          <a:xfrm>
            <a:off x="7630706" y="1012227"/>
            <a:ext cx="1" cy="297481"/>
          </a:xfrm>
          <a:custGeom>
            <a:avLst/>
            <a:gdLst/>
            <a:ahLst/>
            <a:cxnLst/>
            <a:rect l="0" t="0" r="1" b="297481"/>
            <a:pathLst>
              <a:path w="1" h="297481">
                <a:moveTo>
                  <a:pt x="0" y="0"/>
                </a:moveTo>
                <a:lnTo>
                  <a:pt x="0" y="26948"/>
                </a:lnTo>
                <a:cubicBezTo>
                  <a:pt x="0" y="53889"/>
                  <a:pt x="0" y="107785"/>
                  <a:pt x="0" y="157361"/>
                </a:cubicBezTo>
                <a:cubicBezTo>
                  <a:pt x="0" y="206943"/>
                  <a:pt x="0" y="252212"/>
                  <a:pt x="0" y="274846"/>
                </a:cubicBezTo>
                <a:lnTo>
                  <a:pt x="0" y="29748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1" name="Mermaid Edge 11"/>
          <p:cNvSpPr/>
          <p:nvPr/>
        </p:nvSpPr>
        <p:spPr>
          <a:xfrm>
            <a:off x="7630706" y="1840000"/>
            <a:ext cx="1" cy="620831"/>
          </a:xfrm>
          <a:custGeom>
            <a:avLst/>
            <a:gdLst/>
            <a:ahLst/>
            <a:cxnLst/>
            <a:rect l="0" t="0" r="1" b="620831"/>
            <a:pathLst>
              <a:path w="1" h="620831">
                <a:moveTo>
                  <a:pt x="0" y="0"/>
                </a:moveTo>
                <a:lnTo>
                  <a:pt x="0" y="26948"/>
                </a:lnTo>
                <a:cubicBezTo>
                  <a:pt x="0" y="53890"/>
                  <a:pt x="0" y="107786"/>
                  <a:pt x="0" y="161675"/>
                </a:cubicBezTo>
                <a:cubicBezTo>
                  <a:pt x="0" y="215564"/>
                  <a:pt x="0" y="269460"/>
                  <a:pt x="0" y="323350"/>
                </a:cubicBezTo>
                <a:cubicBezTo>
                  <a:pt x="0" y="377239"/>
                  <a:pt x="0" y="431135"/>
                  <a:pt x="0" y="480711"/>
                </a:cubicBezTo>
                <a:cubicBezTo>
                  <a:pt x="0" y="530293"/>
                  <a:pt x="0" y="575562"/>
                  <a:pt x="0" y="598196"/>
                </a:cubicBezTo>
                <a:lnTo>
                  <a:pt x="0" y="62083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2" name="Mermaid Edge 12"/>
          <p:cNvSpPr/>
          <p:nvPr/>
        </p:nvSpPr>
        <p:spPr>
          <a:xfrm>
            <a:off x="6841941" y="2835916"/>
            <a:ext cx="379211" cy="297481"/>
          </a:xfrm>
          <a:custGeom>
            <a:avLst/>
            <a:gdLst/>
            <a:ahLst/>
            <a:cxnLst/>
            <a:rect l="0" t="0" r="379211" b="297481"/>
            <a:pathLst>
              <a:path w="379211" h="297481">
                <a:moveTo>
                  <a:pt x="379211" y="0"/>
                </a:moveTo>
                <a:lnTo>
                  <a:pt x="316009" y="26948"/>
                </a:lnTo>
                <a:cubicBezTo>
                  <a:pt x="252807" y="53889"/>
                  <a:pt x="126403" y="107785"/>
                  <a:pt x="63201" y="157361"/>
                </a:cubicBezTo>
                <a:cubicBezTo>
                  <a:pt x="0" y="206943"/>
                  <a:pt x="0" y="252212"/>
                  <a:pt x="0" y="274847"/>
                </a:cubicBezTo>
                <a:lnTo>
                  <a:pt x="0" y="29748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3" name="Mermaid Edge 13"/>
          <p:cNvSpPr/>
          <p:nvPr/>
        </p:nvSpPr>
        <p:spPr>
          <a:xfrm>
            <a:off x="8208311" y="2835916"/>
            <a:ext cx="534819" cy="297481"/>
          </a:xfrm>
          <a:custGeom>
            <a:avLst/>
            <a:gdLst/>
            <a:ahLst/>
            <a:cxnLst/>
            <a:rect l="0" t="0" r="534819" b="297481"/>
            <a:pathLst>
              <a:path w="534819" h="297481">
                <a:moveTo>
                  <a:pt x="0" y="0"/>
                </a:moveTo>
                <a:lnTo>
                  <a:pt x="89134" y="26948"/>
                </a:lnTo>
                <a:cubicBezTo>
                  <a:pt x="178275" y="53889"/>
                  <a:pt x="356544" y="107785"/>
                  <a:pt x="445685" y="157361"/>
                </a:cubicBezTo>
                <a:cubicBezTo>
                  <a:pt x="534819" y="206943"/>
                  <a:pt x="534819" y="252212"/>
                  <a:pt x="534819" y="274847"/>
                </a:cubicBezTo>
                <a:lnTo>
                  <a:pt x="534819" y="29748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4" name="Mermaid Edge 14"/>
          <p:cNvSpPr/>
          <p:nvPr/>
        </p:nvSpPr>
        <p:spPr>
          <a:xfrm>
            <a:off x="7571313" y="3508482"/>
            <a:ext cx="1107981" cy="476397"/>
          </a:xfrm>
          <a:custGeom>
            <a:avLst/>
            <a:gdLst/>
            <a:ahLst/>
            <a:cxnLst/>
            <a:rect l="0" t="0" r="1107981" b="476397"/>
            <a:pathLst>
              <a:path w="1107981" h="476397">
                <a:moveTo>
                  <a:pt x="0" y="0"/>
                </a:moveTo>
                <a:lnTo>
                  <a:pt x="112558" y="26948"/>
                </a:lnTo>
                <a:cubicBezTo>
                  <a:pt x="225115" y="53889"/>
                  <a:pt x="450231" y="107785"/>
                  <a:pt x="562789" y="161675"/>
                </a:cubicBezTo>
                <a:cubicBezTo>
                  <a:pt x="675347" y="215564"/>
                  <a:pt x="675347" y="269460"/>
                  <a:pt x="747454" y="321914"/>
                </a:cubicBezTo>
                <a:cubicBezTo>
                  <a:pt x="819560" y="374367"/>
                  <a:pt x="963768" y="425379"/>
                  <a:pt x="1035875" y="450891"/>
                </a:cubicBezTo>
                <a:lnTo>
                  <a:pt x="1107981" y="47639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5" name="Mermaid Edge 15"/>
          <p:cNvSpPr/>
          <p:nvPr/>
        </p:nvSpPr>
        <p:spPr>
          <a:xfrm>
            <a:off x="9181145" y="3508482"/>
            <a:ext cx="405571" cy="468119"/>
          </a:xfrm>
          <a:custGeom>
            <a:avLst/>
            <a:gdLst/>
            <a:ahLst/>
            <a:cxnLst/>
            <a:rect l="0" t="0" r="405571" b="468119"/>
            <a:pathLst>
              <a:path w="405571" h="468119">
                <a:moveTo>
                  <a:pt x="0" y="0"/>
                </a:moveTo>
                <a:lnTo>
                  <a:pt x="67600" y="26948"/>
                </a:lnTo>
                <a:cubicBezTo>
                  <a:pt x="135193" y="53889"/>
                  <a:pt x="270385" y="107785"/>
                  <a:pt x="337978" y="161675"/>
                </a:cubicBezTo>
                <a:cubicBezTo>
                  <a:pt x="405571" y="215564"/>
                  <a:pt x="405571" y="269460"/>
                  <a:pt x="377627" y="320530"/>
                </a:cubicBezTo>
                <a:cubicBezTo>
                  <a:pt x="349683" y="371606"/>
                  <a:pt x="293795" y="419862"/>
                  <a:pt x="265858" y="443991"/>
                </a:cubicBezTo>
                <a:lnTo>
                  <a:pt x="237914" y="46811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6" name="Mermaid Edge 16"/>
          <p:cNvSpPr/>
          <p:nvPr/>
        </p:nvSpPr>
        <p:spPr>
          <a:xfrm>
            <a:off x="3295447" y="3508482"/>
            <a:ext cx="3322995" cy="610173"/>
          </a:xfrm>
          <a:custGeom>
            <a:avLst/>
            <a:gdLst/>
            <a:ahLst/>
            <a:cxnLst/>
            <a:rect l="0" t="0" r="3322995" b="610173"/>
            <a:pathLst>
              <a:path w="3322995" h="610173">
                <a:moveTo>
                  <a:pt x="3322995" y="0"/>
                </a:moveTo>
                <a:lnTo>
                  <a:pt x="3288506" y="26948"/>
                </a:lnTo>
                <a:cubicBezTo>
                  <a:pt x="3254018" y="53889"/>
                  <a:pt x="3185035" y="107785"/>
                  <a:pt x="3150546" y="161675"/>
                </a:cubicBezTo>
                <a:cubicBezTo>
                  <a:pt x="3116058" y="215564"/>
                  <a:pt x="3116058" y="269460"/>
                  <a:pt x="2596714" y="344205"/>
                </a:cubicBezTo>
                <a:cubicBezTo>
                  <a:pt x="2077370" y="418957"/>
                  <a:pt x="1038688" y="514565"/>
                  <a:pt x="519344" y="562369"/>
                </a:cubicBezTo>
                <a:lnTo>
                  <a:pt x="0" y="61017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7" name="Mermaid Edge 17"/>
          <p:cNvSpPr/>
          <p:nvPr/>
        </p:nvSpPr>
        <p:spPr>
          <a:xfrm>
            <a:off x="2758086" y="4342723"/>
            <a:ext cx="1" cy="459156"/>
          </a:xfrm>
          <a:custGeom>
            <a:avLst/>
            <a:gdLst/>
            <a:ahLst/>
            <a:cxnLst/>
            <a:rect l="0" t="0" r="1" b="459156"/>
            <a:pathLst>
              <a:path w="1" h="459156">
                <a:moveTo>
                  <a:pt x="0" y="0"/>
                </a:moveTo>
                <a:lnTo>
                  <a:pt x="0" y="26948"/>
                </a:lnTo>
                <a:cubicBezTo>
                  <a:pt x="0" y="53889"/>
                  <a:pt x="0" y="107785"/>
                  <a:pt x="0" y="161674"/>
                </a:cubicBezTo>
                <a:cubicBezTo>
                  <a:pt x="0" y="215564"/>
                  <a:pt x="0" y="269460"/>
                  <a:pt x="0" y="319035"/>
                </a:cubicBezTo>
                <a:cubicBezTo>
                  <a:pt x="0" y="368618"/>
                  <a:pt x="0" y="413887"/>
                  <a:pt x="0" y="436521"/>
                </a:cubicBezTo>
                <a:lnTo>
                  <a:pt x="0" y="459156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8" name="Mermaid Edge 18"/>
          <p:cNvSpPr/>
          <p:nvPr/>
        </p:nvSpPr>
        <p:spPr>
          <a:xfrm>
            <a:off x="2758086" y="5176964"/>
            <a:ext cx="1" cy="620830"/>
          </a:xfrm>
          <a:custGeom>
            <a:avLst/>
            <a:gdLst/>
            <a:ahLst/>
            <a:cxnLst/>
            <a:rect l="0" t="0" r="1" b="620830"/>
            <a:pathLst>
              <a:path w="1" h="620830">
                <a:moveTo>
                  <a:pt x="0" y="0"/>
                </a:moveTo>
                <a:lnTo>
                  <a:pt x="0" y="26948"/>
                </a:lnTo>
                <a:cubicBezTo>
                  <a:pt x="0" y="53889"/>
                  <a:pt x="0" y="107785"/>
                  <a:pt x="0" y="161674"/>
                </a:cubicBezTo>
                <a:cubicBezTo>
                  <a:pt x="0" y="215564"/>
                  <a:pt x="0" y="269459"/>
                  <a:pt x="0" y="323349"/>
                </a:cubicBezTo>
                <a:cubicBezTo>
                  <a:pt x="0" y="377238"/>
                  <a:pt x="0" y="431134"/>
                  <a:pt x="0" y="480710"/>
                </a:cubicBezTo>
                <a:cubicBezTo>
                  <a:pt x="0" y="530292"/>
                  <a:pt x="0" y="575561"/>
                  <a:pt x="0" y="598195"/>
                </a:cubicBezTo>
                <a:lnTo>
                  <a:pt x="0" y="62083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9" name="Mermaid Edge 19"/>
          <p:cNvSpPr/>
          <p:nvPr/>
        </p:nvSpPr>
        <p:spPr>
          <a:xfrm>
            <a:off x="5927315" y="4342723"/>
            <a:ext cx="3269946" cy="1455071"/>
          </a:xfrm>
          <a:custGeom>
            <a:avLst/>
            <a:gdLst/>
            <a:ahLst/>
            <a:cxnLst/>
            <a:rect l="0" t="0" r="3269946" b="1455071"/>
            <a:pathLst>
              <a:path w="3269946" h="1455071">
                <a:moveTo>
                  <a:pt x="3269946" y="0"/>
                </a:moveTo>
                <a:lnTo>
                  <a:pt x="3269946" y="26948"/>
                </a:lnTo>
                <a:cubicBezTo>
                  <a:pt x="3269946" y="53889"/>
                  <a:pt x="3269946" y="107785"/>
                  <a:pt x="3269946" y="161674"/>
                </a:cubicBezTo>
                <a:cubicBezTo>
                  <a:pt x="3269946" y="215564"/>
                  <a:pt x="3269946" y="269460"/>
                  <a:pt x="3269946" y="352450"/>
                </a:cubicBezTo>
                <a:cubicBezTo>
                  <a:pt x="3269946" y="435441"/>
                  <a:pt x="3269946" y="547540"/>
                  <a:pt x="3269946" y="659632"/>
                </a:cubicBezTo>
                <a:cubicBezTo>
                  <a:pt x="3269946" y="771724"/>
                  <a:pt x="3269946" y="883823"/>
                  <a:pt x="2724954" y="966814"/>
                </a:cubicBezTo>
                <a:cubicBezTo>
                  <a:pt x="2179962" y="1049805"/>
                  <a:pt x="1089978" y="1103700"/>
                  <a:pt x="544992" y="1157590"/>
                </a:cubicBezTo>
                <a:cubicBezTo>
                  <a:pt x="0" y="1211479"/>
                  <a:pt x="0" y="1265375"/>
                  <a:pt x="0" y="1314951"/>
                </a:cubicBezTo>
                <a:cubicBezTo>
                  <a:pt x="0" y="1364533"/>
                  <a:pt x="0" y="1409802"/>
                  <a:pt x="0" y="1432436"/>
                </a:cubicBezTo>
                <a:lnTo>
                  <a:pt x="0" y="1455071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20" name="Mermaid Edge 20"/>
          <p:cNvSpPr/>
          <p:nvPr/>
        </p:nvSpPr>
        <p:spPr>
          <a:xfrm>
            <a:off x="4723849" y="3508482"/>
            <a:ext cx="3335786" cy="1293397"/>
          </a:xfrm>
          <a:custGeom>
            <a:avLst/>
            <a:gdLst/>
            <a:ahLst/>
            <a:cxnLst/>
            <a:rect l="0" t="0" r="3335786" b="1293397"/>
            <a:pathLst>
              <a:path w="3335786" h="1293397">
                <a:moveTo>
                  <a:pt x="3335786" y="0"/>
                </a:moveTo>
                <a:lnTo>
                  <a:pt x="3230309" y="26948"/>
                </a:lnTo>
                <a:cubicBezTo>
                  <a:pt x="3124833" y="53889"/>
                  <a:pt x="2913873" y="107785"/>
                  <a:pt x="2808397" y="161675"/>
                </a:cubicBezTo>
                <a:cubicBezTo>
                  <a:pt x="2702920" y="215564"/>
                  <a:pt x="2702920" y="269460"/>
                  <a:pt x="2702920" y="352451"/>
                </a:cubicBezTo>
                <a:cubicBezTo>
                  <a:pt x="2702920" y="435441"/>
                  <a:pt x="2702920" y="547540"/>
                  <a:pt x="2702920" y="659632"/>
                </a:cubicBezTo>
                <a:cubicBezTo>
                  <a:pt x="2702920" y="771724"/>
                  <a:pt x="2702920" y="883823"/>
                  <a:pt x="2252437" y="966814"/>
                </a:cubicBezTo>
                <a:cubicBezTo>
                  <a:pt x="1801947" y="1049805"/>
                  <a:pt x="900973" y="1103701"/>
                  <a:pt x="450490" y="1153276"/>
                </a:cubicBezTo>
                <a:cubicBezTo>
                  <a:pt x="0" y="1202859"/>
                  <a:pt x="0" y="1248128"/>
                  <a:pt x="0" y="1270762"/>
                </a:cubicBezTo>
                <a:lnTo>
                  <a:pt x="0" y="129339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21" name="Mermaid Edge 21"/>
          <p:cNvSpPr/>
          <p:nvPr/>
        </p:nvSpPr>
        <p:spPr>
          <a:xfrm>
            <a:off x="4723849" y="5176964"/>
            <a:ext cx="2492161" cy="620830"/>
          </a:xfrm>
          <a:custGeom>
            <a:avLst/>
            <a:gdLst/>
            <a:ahLst/>
            <a:cxnLst/>
            <a:rect l="0" t="0" r="2492161" b="620830"/>
            <a:pathLst>
              <a:path w="2492161" h="620830">
                <a:moveTo>
                  <a:pt x="0" y="0"/>
                </a:moveTo>
                <a:lnTo>
                  <a:pt x="0" y="26948"/>
                </a:lnTo>
                <a:cubicBezTo>
                  <a:pt x="0" y="53889"/>
                  <a:pt x="0" y="107785"/>
                  <a:pt x="415361" y="161674"/>
                </a:cubicBezTo>
                <a:cubicBezTo>
                  <a:pt x="830722" y="215564"/>
                  <a:pt x="1661445" y="269459"/>
                  <a:pt x="2076800" y="323349"/>
                </a:cubicBezTo>
                <a:cubicBezTo>
                  <a:pt x="2492161" y="377238"/>
                  <a:pt x="2492161" y="431134"/>
                  <a:pt x="2492161" y="480710"/>
                </a:cubicBezTo>
                <a:cubicBezTo>
                  <a:pt x="2492161" y="530292"/>
                  <a:pt x="2492161" y="575561"/>
                  <a:pt x="2492161" y="598195"/>
                </a:cubicBezTo>
                <a:lnTo>
                  <a:pt x="2492161" y="62083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22" name="Rect 22"/>
          <p:cNvSpPr/>
          <p:nvPr/>
        </p:nvSpPr>
        <p:spPr>
          <a:xfrm>
            <a:off x="7116027" y="663010"/>
            <a:ext cx="1029361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229496" y="760014"/>
            <a:ext cx="802423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QML Frontend</a:t>
            </a:r>
            <a:endParaRPr lang="en-US" sz="1200"/>
          </a:p>
        </p:txBody>
      </p:sp>
      <p:sp>
        <p:nvSpPr>
          <p:cNvPr id="24" name="Rect 24"/>
          <p:cNvSpPr/>
          <p:nvPr/>
        </p:nvSpPr>
        <p:spPr>
          <a:xfrm>
            <a:off x="6952483" y="1335576"/>
            <a:ext cx="1356449" cy="50442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060320" y="1432581"/>
            <a:ext cx="1140776" cy="310415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Python 3.12 Backend</a:t>
            </a:r>
            <a:endParaRPr lang="en-US" sz="1200"/>
          </a:p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PySide6 Controller</a:t>
            </a:r>
            <a:endParaRPr lang="en-US" sz="1200"/>
          </a:p>
        </p:txBody>
      </p:sp>
      <p:sp>
        <p:nvSpPr>
          <p:cNvPr id="26" name="Rect 26"/>
          <p:cNvSpPr/>
          <p:nvPr/>
        </p:nvSpPr>
        <p:spPr>
          <a:xfrm>
            <a:off x="7041707" y="2486699"/>
            <a:ext cx="1178001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7173621" y="2583704"/>
            <a:ext cx="914173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pybind11 Binding</a:t>
            </a:r>
            <a:endParaRPr lang="en-US" sz="1200"/>
          </a:p>
        </p:txBody>
      </p:sp>
      <p:sp>
        <p:nvSpPr>
          <p:cNvPr id="28" name="Rect 28"/>
          <p:cNvSpPr/>
          <p:nvPr/>
        </p:nvSpPr>
        <p:spPr>
          <a:xfrm>
            <a:off x="6078076" y="3159265"/>
            <a:ext cx="1527724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6153075" y="3256270"/>
            <a:ext cx="1377726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C++ ncnn Inference Core</a:t>
            </a:r>
            <a:endParaRPr lang="en-US" sz="1200"/>
          </a:p>
        </p:txBody>
      </p:sp>
      <p:sp>
        <p:nvSpPr>
          <p:cNvPr id="30" name="Rect 30"/>
          <p:cNvSpPr/>
          <p:nvPr/>
        </p:nvSpPr>
        <p:spPr>
          <a:xfrm>
            <a:off x="7929149" y="3159265"/>
            <a:ext cx="1627962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7989080" y="3256270"/>
            <a:ext cx="1508100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C++ EtherCAT Control Core</a:t>
            </a:r>
            <a:endParaRPr lang="en-US" sz="1200"/>
          </a:p>
        </p:txBody>
      </p:sp>
      <p:sp>
        <p:nvSpPr>
          <p:cNvPr id="32" name="Rect 32"/>
          <p:cNvSpPr/>
          <p:nvPr/>
        </p:nvSpPr>
        <p:spPr>
          <a:xfrm>
            <a:off x="8515345" y="3993506"/>
            <a:ext cx="1363826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8620663" y="4090510"/>
            <a:ext cx="1153192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Multi-thread Pipeline</a:t>
            </a:r>
            <a:endParaRPr lang="en-US" sz="1200"/>
          </a:p>
        </p:txBody>
      </p:sp>
      <p:sp>
        <p:nvSpPr>
          <p:cNvPr id="34" name="Rect 34"/>
          <p:cNvSpPr/>
          <p:nvPr/>
        </p:nvSpPr>
        <p:spPr>
          <a:xfrm>
            <a:off x="2246490" y="3993506"/>
            <a:ext cx="1023198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2373433" y="4090510"/>
            <a:ext cx="769312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ncnn Runtime</a:t>
            </a:r>
            <a:endParaRPr lang="en-US" sz="1200"/>
          </a:p>
        </p:txBody>
      </p:sp>
      <p:sp>
        <p:nvSpPr>
          <p:cNvPr id="36" name="Rect 36"/>
          <p:cNvSpPr/>
          <p:nvPr/>
        </p:nvSpPr>
        <p:spPr>
          <a:xfrm>
            <a:off x="2325458" y="4827747"/>
            <a:ext cx="865262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2432411" y="4924751"/>
            <a:ext cx="651355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Vulkan API</a:t>
            </a:r>
            <a:endParaRPr lang="en-US" sz="1200"/>
          </a:p>
        </p:txBody>
      </p:sp>
      <p:sp>
        <p:nvSpPr>
          <p:cNvPr id="38" name="Rect 38"/>
          <p:cNvSpPr/>
          <p:nvPr/>
        </p:nvSpPr>
        <p:spPr>
          <a:xfrm>
            <a:off x="3951651" y="4827747"/>
            <a:ext cx="1544396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3991529" y="4924751"/>
            <a:ext cx="1464642" cy="1552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EtherCAT Driver / Master</a:t>
            </a:r>
            <a:endParaRPr lang="en-US" sz="1200"/>
          </a:p>
        </p:txBody>
      </p:sp>
      <p:sp>
        <p:nvSpPr>
          <p:cNvPr id="40" name="Rect 40"/>
          <p:cNvSpPr/>
          <p:nvPr/>
        </p:nvSpPr>
        <p:spPr>
          <a:xfrm>
            <a:off x="2337381" y="5823662"/>
            <a:ext cx="841415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2482078" y="5920667"/>
            <a:ext cx="552022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AMD iGPU</a:t>
            </a:r>
            <a:endParaRPr lang="en-US" sz="1200"/>
          </a:p>
        </p:txBody>
      </p:sp>
      <p:sp>
        <p:nvSpPr>
          <p:cNvPr id="42" name="Rect 42"/>
          <p:cNvSpPr/>
          <p:nvPr/>
        </p:nvSpPr>
        <p:spPr>
          <a:xfrm>
            <a:off x="5556726" y="5823662"/>
            <a:ext cx="741177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5695279" y="5920667"/>
            <a:ext cx="464071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Camera</a:t>
            </a:r>
            <a:endParaRPr lang="en-US" sz="1200"/>
          </a:p>
        </p:txBody>
      </p:sp>
      <p:sp>
        <p:nvSpPr>
          <p:cNvPr id="44" name="Rect 44"/>
          <p:cNvSpPr/>
          <p:nvPr/>
        </p:nvSpPr>
        <p:spPr>
          <a:xfrm>
            <a:off x="6621252" y="5823662"/>
            <a:ext cx="1189521" cy="34921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5" name="Text 45"/>
          <p:cNvSpPr txBox="1"/>
          <p:nvPr/>
        </p:nvSpPr>
        <p:spPr>
          <a:xfrm>
            <a:off x="6705121" y="5920667"/>
            <a:ext cx="1021783" cy="1552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EtherCAT Devices</a:t>
            </a:r>
            <a:endParaRPr lang="en-US" sz="1200"/>
          </a:p>
        </p:txBody>
      </p:sp>
    </p:spTree>
  </p:cSld>
  <p:clrMapOvr>
    <a:masterClrMapping/>
  </p:clrMapOvr>
</p:sld>
</file>