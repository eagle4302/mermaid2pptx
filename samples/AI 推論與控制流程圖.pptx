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smdcp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7c509555e7043e7" /><Relationship Type="http://schemas.openxmlformats.org/package/2006/relationships/metadata/core-properties" Target="/package/services/metadata/core-properties/d980b8263020404c840bf85f36a77ca6.psmdcp" Id="Rf860f76dd54d447c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12191695" cy="6858000" type="screen16x9"/>
  <p:notesSz cx="6858000" cy="9144000"/>
  <p:defaultTextStyle>
    <a:defPPr>
      <a:defRPr lang="en-US"/>
    </a:def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theme" Target="/ppt/slideMasters/theme/theme1.xml" Id="rIdTheme1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 algn="l">
        <a:defRPr sz="32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titleStyle>
    <p:bodyStyle>
      <a:lvl1pPr marL="0" indent="0" algn="l">
        <a:defRPr sz="18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bodyStyle>
    <p:otherStyle>
      <a:lvl1pPr marL="0" indent="0" algn="l">
        <a:defRPr sz="18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otherStyle>
  </p:txStyles>
</p:sldMaster>
</file>

<file path=ppt/slideMasters/theme/theme1.xml><?xml version="1.0" encoding="utf-8"?>
<a:theme xmlns:a="http://schemas.openxmlformats.org/drawingml/2006/main" name="Mermaid2Pptx">
  <a:themeElements>
    <a:clrScheme name="Mermaid2Pptx">
      <a:dk1>
        <a:srgbClr val="111111"/>
      </a:dk1>
      <a:lt1>
        <a:srgbClr val="FFFFFF"/>
      </a:lt1>
      <a:dk2>
        <a:srgbClr val="444444"/>
      </a:dk2>
      <a:lt2>
        <a:srgbClr val="EEEEEE"/>
      </a:lt2>
      <a:accent1>
        <a:srgbClr val="2563EB"/>
      </a:accent1>
      <a:accent2>
        <a:srgbClr val="16A34A"/>
      </a:accent2>
      <a:accent3>
        <a:srgbClr val="DC2626"/>
      </a:accent3>
      <a:accent4>
        <a:srgbClr val="F59E0B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Mermaid2Ppt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rmaid2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Mermaid Edge 2"/>
          <p:cNvSpPr/>
          <p:nvPr/>
        </p:nvSpPr>
        <p:spPr>
          <a:xfrm>
            <a:off x="3007637" y="455730"/>
            <a:ext cx="2100" cy="191112"/>
          </a:xfrm>
          <a:custGeom>
            <a:avLst/>
            <a:gdLst/>
            <a:ahLst/>
            <a:cxnLst/>
            <a:rect l="0" t="0" r="2100" b="191112"/>
            <a:pathLst>
              <a:path w="2100" h="191112">
                <a:moveTo>
                  <a:pt x="2100" y="0"/>
                </a:moveTo>
                <a:lnTo>
                  <a:pt x="1751" y="17150"/>
                </a:lnTo>
                <a:cubicBezTo>
                  <a:pt x="1403" y="34304"/>
                  <a:pt x="701" y="68603"/>
                  <a:pt x="353" y="100458"/>
                </a:cubicBezTo>
                <a:cubicBezTo>
                  <a:pt x="0" y="132309"/>
                  <a:pt x="0" y="161711"/>
                  <a:pt x="0" y="176411"/>
                </a:cubicBezTo>
                <a:lnTo>
                  <a:pt x="0" y="191112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3" name="Mermaid Edge 3"/>
          <p:cNvSpPr/>
          <p:nvPr/>
        </p:nvSpPr>
        <p:spPr>
          <a:xfrm>
            <a:off x="2673404" y="890458"/>
            <a:ext cx="160690" cy="193213"/>
          </a:xfrm>
          <a:custGeom>
            <a:avLst/>
            <a:gdLst/>
            <a:ahLst/>
            <a:cxnLst/>
            <a:rect l="0" t="0" r="160690" b="193213"/>
            <a:pathLst>
              <a:path w="160690" h="193213">
                <a:moveTo>
                  <a:pt x="160690" y="0"/>
                </a:moveTo>
                <a:lnTo>
                  <a:pt x="133909" y="17503"/>
                </a:lnTo>
                <a:cubicBezTo>
                  <a:pt x="107128" y="35001"/>
                  <a:pt x="53562" y="70006"/>
                  <a:pt x="26781" y="102206"/>
                </a:cubicBezTo>
                <a:cubicBezTo>
                  <a:pt x="0" y="134409"/>
                  <a:pt x="0" y="163811"/>
                  <a:pt x="0" y="178512"/>
                </a:cubicBezTo>
                <a:lnTo>
                  <a:pt x="0" y="193213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4" name="Mermaid Edge 4"/>
          <p:cNvSpPr/>
          <p:nvPr/>
        </p:nvSpPr>
        <p:spPr>
          <a:xfrm>
            <a:off x="2673404" y="1327287"/>
            <a:ext cx="1" cy="193213"/>
          </a:xfrm>
          <a:custGeom>
            <a:avLst/>
            <a:gdLst/>
            <a:ahLst/>
            <a:cxnLst/>
            <a:rect l="0" t="0" r="1" b="193213"/>
            <a:pathLst>
              <a:path w="1" h="193213">
                <a:moveTo>
                  <a:pt x="0" y="0"/>
                </a:moveTo>
                <a:lnTo>
                  <a:pt x="0" y="17503"/>
                </a:lnTo>
                <a:cubicBezTo>
                  <a:pt x="0" y="35001"/>
                  <a:pt x="0" y="70006"/>
                  <a:pt x="0" y="102205"/>
                </a:cubicBezTo>
                <a:cubicBezTo>
                  <a:pt x="0" y="134409"/>
                  <a:pt x="0" y="163811"/>
                  <a:pt x="0" y="178512"/>
                </a:cubicBezTo>
                <a:lnTo>
                  <a:pt x="0" y="193213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5" name="Mermaid Edge 5"/>
          <p:cNvSpPr/>
          <p:nvPr/>
        </p:nvSpPr>
        <p:spPr>
          <a:xfrm>
            <a:off x="2673404" y="1764116"/>
            <a:ext cx="1" cy="193212"/>
          </a:xfrm>
          <a:custGeom>
            <a:avLst/>
            <a:gdLst/>
            <a:ahLst/>
            <a:cxnLst/>
            <a:rect l="0" t="0" r="1" b="193212"/>
            <a:pathLst>
              <a:path w="1" h="193212">
                <a:moveTo>
                  <a:pt x="0" y="0"/>
                </a:moveTo>
                <a:lnTo>
                  <a:pt x="0" y="17502"/>
                </a:lnTo>
                <a:cubicBezTo>
                  <a:pt x="0" y="35001"/>
                  <a:pt x="0" y="70006"/>
                  <a:pt x="0" y="102205"/>
                </a:cubicBezTo>
                <a:cubicBezTo>
                  <a:pt x="0" y="134409"/>
                  <a:pt x="0" y="163811"/>
                  <a:pt x="0" y="178511"/>
                </a:cubicBezTo>
                <a:lnTo>
                  <a:pt x="0" y="193212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6" name="Mermaid Edge 6"/>
          <p:cNvSpPr/>
          <p:nvPr/>
        </p:nvSpPr>
        <p:spPr>
          <a:xfrm>
            <a:off x="2673404" y="2200944"/>
            <a:ext cx="1" cy="193213"/>
          </a:xfrm>
          <a:custGeom>
            <a:avLst/>
            <a:gdLst/>
            <a:ahLst/>
            <a:cxnLst/>
            <a:rect l="0" t="0" r="1" b="193213"/>
            <a:pathLst>
              <a:path w="1" h="193213">
                <a:moveTo>
                  <a:pt x="0" y="0"/>
                </a:moveTo>
                <a:lnTo>
                  <a:pt x="0" y="17503"/>
                </a:lnTo>
                <a:cubicBezTo>
                  <a:pt x="0" y="35001"/>
                  <a:pt x="0" y="70006"/>
                  <a:pt x="0" y="102206"/>
                </a:cubicBezTo>
                <a:cubicBezTo>
                  <a:pt x="0" y="134409"/>
                  <a:pt x="0" y="163811"/>
                  <a:pt x="0" y="178512"/>
                </a:cubicBezTo>
                <a:lnTo>
                  <a:pt x="0" y="193213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7" name="Mermaid Edge 7"/>
          <p:cNvSpPr/>
          <p:nvPr/>
        </p:nvSpPr>
        <p:spPr>
          <a:xfrm>
            <a:off x="2237084" y="2910270"/>
            <a:ext cx="280914" cy="1759911"/>
          </a:xfrm>
          <a:custGeom>
            <a:avLst/>
            <a:gdLst/>
            <a:ahLst/>
            <a:cxnLst/>
            <a:rect l="0" t="0" r="280914" b="1759911"/>
            <a:pathLst>
              <a:path w="280914" h="1759911">
                <a:moveTo>
                  <a:pt x="280914" y="0"/>
                </a:moveTo>
                <a:lnTo>
                  <a:pt x="234093" y="51802"/>
                </a:lnTo>
                <a:cubicBezTo>
                  <a:pt x="187277" y="103604"/>
                  <a:pt x="93636" y="207212"/>
                  <a:pt x="46820" y="303814"/>
                </a:cubicBezTo>
                <a:cubicBezTo>
                  <a:pt x="0" y="400421"/>
                  <a:pt x="0" y="490030"/>
                  <a:pt x="0" y="571233"/>
                </a:cubicBezTo>
                <a:cubicBezTo>
                  <a:pt x="0" y="652437"/>
                  <a:pt x="0" y="725245"/>
                  <a:pt x="0" y="798048"/>
                </a:cubicBezTo>
                <a:cubicBezTo>
                  <a:pt x="0" y="870852"/>
                  <a:pt x="0" y="943659"/>
                  <a:pt x="0" y="1016463"/>
                </a:cubicBezTo>
                <a:cubicBezTo>
                  <a:pt x="0" y="1089266"/>
                  <a:pt x="0" y="1162074"/>
                  <a:pt x="0" y="1234877"/>
                </a:cubicBezTo>
                <a:cubicBezTo>
                  <a:pt x="0" y="1307680"/>
                  <a:pt x="0" y="1380488"/>
                  <a:pt x="0" y="1453291"/>
                </a:cubicBezTo>
                <a:cubicBezTo>
                  <a:pt x="0" y="1526095"/>
                  <a:pt x="0" y="1598902"/>
                  <a:pt x="0" y="1650003"/>
                </a:cubicBezTo>
                <a:cubicBezTo>
                  <a:pt x="0" y="1701108"/>
                  <a:pt x="0" y="1730510"/>
                  <a:pt x="0" y="1745210"/>
                </a:cubicBezTo>
                <a:lnTo>
                  <a:pt x="0" y="1759911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8" name="Mermaid Edge 8"/>
          <p:cNvSpPr/>
          <p:nvPr/>
        </p:nvSpPr>
        <p:spPr>
          <a:xfrm>
            <a:off x="2828810" y="2910270"/>
            <a:ext cx="280914" cy="449425"/>
          </a:xfrm>
          <a:custGeom>
            <a:avLst/>
            <a:gdLst/>
            <a:ahLst/>
            <a:cxnLst/>
            <a:rect l="0" t="0" r="280914" b="449425"/>
            <a:pathLst>
              <a:path w="280914" h="449425">
                <a:moveTo>
                  <a:pt x="0" y="0"/>
                </a:moveTo>
                <a:lnTo>
                  <a:pt x="46820" y="51802"/>
                </a:lnTo>
                <a:cubicBezTo>
                  <a:pt x="93641" y="103604"/>
                  <a:pt x="187278" y="207212"/>
                  <a:pt x="234094" y="282116"/>
                </a:cubicBezTo>
                <a:cubicBezTo>
                  <a:pt x="280914" y="357019"/>
                  <a:pt x="280914" y="403222"/>
                  <a:pt x="280914" y="426324"/>
                </a:cubicBezTo>
                <a:lnTo>
                  <a:pt x="280914" y="449425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9" name="Mermaid Edge 9"/>
          <p:cNvSpPr/>
          <p:nvPr/>
        </p:nvSpPr>
        <p:spPr>
          <a:xfrm>
            <a:off x="2237084" y="4913797"/>
            <a:ext cx="194745" cy="202492"/>
          </a:xfrm>
          <a:custGeom>
            <a:avLst/>
            <a:gdLst/>
            <a:ahLst/>
            <a:cxnLst/>
            <a:rect l="0" t="0" r="194745" b="202492"/>
            <a:pathLst>
              <a:path w="194745" h="202492">
                <a:moveTo>
                  <a:pt x="0" y="0"/>
                </a:moveTo>
                <a:lnTo>
                  <a:pt x="0" y="17503"/>
                </a:lnTo>
                <a:cubicBezTo>
                  <a:pt x="0" y="35001"/>
                  <a:pt x="0" y="70006"/>
                  <a:pt x="32459" y="103756"/>
                </a:cubicBezTo>
                <a:cubicBezTo>
                  <a:pt x="64915" y="137501"/>
                  <a:pt x="129830" y="169998"/>
                  <a:pt x="162290" y="186245"/>
                </a:cubicBezTo>
                <a:lnTo>
                  <a:pt x="194745" y="202492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0" name="Mermaid Edge 10"/>
          <p:cNvSpPr/>
          <p:nvPr/>
        </p:nvSpPr>
        <p:spPr>
          <a:xfrm>
            <a:off x="3109724" y="3603311"/>
            <a:ext cx="1" cy="193213"/>
          </a:xfrm>
          <a:custGeom>
            <a:avLst/>
            <a:gdLst/>
            <a:ahLst/>
            <a:cxnLst/>
            <a:rect l="0" t="0" r="1" b="193213"/>
            <a:pathLst>
              <a:path w="1" h="193213">
                <a:moveTo>
                  <a:pt x="0" y="0"/>
                </a:moveTo>
                <a:lnTo>
                  <a:pt x="0" y="17503"/>
                </a:lnTo>
                <a:cubicBezTo>
                  <a:pt x="0" y="35001"/>
                  <a:pt x="0" y="70006"/>
                  <a:pt x="0" y="102206"/>
                </a:cubicBezTo>
                <a:cubicBezTo>
                  <a:pt x="0" y="134409"/>
                  <a:pt x="0" y="163811"/>
                  <a:pt x="0" y="178512"/>
                </a:cubicBezTo>
                <a:lnTo>
                  <a:pt x="0" y="193213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1" name="Mermaid Edge 11"/>
          <p:cNvSpPr/>
          <p:nvPr/>
        </p:nvSpPr>
        <p:spPr>
          <a:xfrm>
            <a:off x="3109724" y="4040140"/>
            <a:ext cx="1" cy="193213"/>
          </a:xfrm>
          <a:custGeom>
            <a:avLst/>
            <a:gdLst/>
            <a:ahLst/>
            <a:cxnLst/>
            <a:rect l="0" t="0" r="1" b="193213"/>
            <a:pathLst>
              <a:path w="1" h="193213">
                <a:moveTo>
                  <a:pt x="0" y="0"/>
                </a:moveTo>
                <a:lnTo>
                  <a:pt x="0" y="17503"/>
                </a:lnTo>
                <a:cubicBezTo>
                  <a:pt x="0" y="35001"/>
                  <a:pt x="0" y="70006"/>
                  <a:pt x="0" y="102205"/>
                </a:cubicBezTo>
                <a:cubicBezTo>
                  <a:pt x="0" y="134409"/>
                  <a:pt x="0" y="163811"/>
                  <a:pt x="0" y="178512"/>
                </a:cubicBezTo>
                <a:lnTo>
                  <a:pt x="0" y="193213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2" name="Mermaid Edge 12"/>
          <p:cNvSpPr/>
          <p:nvPr/>
        </p:nvSpPr>
        <p:spPr>
          <a:xfrm>
            <a:off x="3109724" y="4476969"/>
            <a:ext cx="1" cy="193212"/>
          </a:xfrm>
          <a:custGeom>
            <a:avLst/>
            <a:gdLst/>
            <a:ahLst/>
            <a:cxnLst/>
            <a:rect l="0" t="0" r="1" b="193212"/>
            <a:pathLst>
              <a:path w="1" h="193212">
                <a:moveTo>
                  <a:pt x="0" y="0"/>
                </a:moveTo>
                <a:lnTo>
                  <a:pt x="0" y="17502"/>
                </a:lnTo>
                <a:cubicBezTo>
                  <a:pt x="0" y="35001"/>
                  <a:pt x="0" y="70006"/>
                  <a:pt x="0" y="102205"/>
                </a:cubicBezTo>
                <a:cubicBezTo>
                  <a:pt x="0" y="134409"/>
                  <a:pt x="0" y="163811"/>
                  <a:pt x="0" y="178511"/>
                </a:cubicBezTo>
                <a:lnTo>
                  <a:pt x="0" y="193212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3" name="Mermaid Edge 13"/>
          <p:cNvSpPr/>
          <p:nvPr/>
        </p:nvSpPr>
        <p:spPr>
          <a:xfrm>
            <a:off x="2914979" y="4913797"/>
            <a:ext cx="194745" cy="202492"/>
          </a:xfrm>
          <a:custGeom>
            <a:avLst/>
            <a:gdLst/>
            <a:ahLst/>
            <a:cxnLst/>
            <a:rect l="0" t="0" r="194745" b="202492"/>
            <a:pathLst>
              <a:path w="194745" h="202492">
                <a:moveTo>
                  <a:pt x="194745" y="0"/>
                </a:moveTo>
                <a:lnTo>
                  <a:pt x="194745" y="17503"/>
                </a:lnTo>
                <a:cubicBezTo>
                  <a:pt x="194745" y="35001"/>
                  <a:pt x="194745" y="70006"/>
                  <a:pt x="162290" y="103756"/>
                </a:cubicBezTo>
                <a:cubicBezTo>
                  <a:pt x="129830" y="137501"/>
                  <a:pt x="64915" y="169998"/>
                  <a:pt x="32459" y="186245"/>
                </a:cubicBezTo>
                <a:lnTo>
                  <a:pt x="0" y="202492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4" name="Mermaid Edge 14"/>
          <p:cNvSpPr/>
          <p:nvPr/>
        </p:nvSpPr>
        <p:spPr>
          <a:xfrm>
            <a:off x="2673404" y="5350626"/>
            <a:ext cx="198564" cy="321947"/>
          </a:xfrm>
          <a:custGeom>
            <a:avLst/>
            <a:gdLst/>
            <a:ahLst/>
            <a:cxnLst/>
            <a:rect l="0" t="0" r="198564" b="321947"/>
            <a:pathLst>
              <a:path w="198564" h="321947">
                <a:moveTo>
                  <a:pt x="0" y="0"/>
                </a:moveTo>
                <a:lnTo>
                  <a:pt x="0" y="17503"/>
                </a:lnTo>
                <a:cubicBezTo>
                  <a:pt x="0" y="35001"/>
                  <a:pt x="0" y="70006"/>
                  <a:pt x="33094" y="123660"/>
                </a:cubicBezTo>
                <a:cubicBezTo>
                  <a:pt x="66188" y="177319"/>
                  <a:pt x="132376" y="249631"/>
                  <a:pt x="165470" y="285791"/>
                </a:cubicBezTo>
                <a:lnTo>
                  <a:pt x="198564" y="321947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5" name="Mermaid Edge 15"/>
          <p:cNvSpPr/>
          <p:nvPr/>
        </p:nvSpPr>
        <p:spPr>
          <a:xfrm>
            <a:off x="3184145" y="855449"/>
            <a:ext cx="594049" cy="4881699"/>
          </a:xfrm>
          <a:custGeom>
            <a:avLst/>
            <a:gdLst/>
            <a:ahLst/>
            <a:cxnLst/>
            <a:rect l="0" t="0" r="594049" b="4881699"/>
            <a:pathLst>
              <a:path w="594049" h="4881699">
                <a:moveTo>
                  <a:pt x="0" y="4881699"/>
                </a:moveTo>
                <a:lnTo>
                  <a:pt x="99009" y="4834782"/>
                </a:lnTo>
                <a:cubicBezTo>
                  <a:pt x="198018" y="4787861"/>
                  <a:pt x="396031" y="4694022"/>
                  <a:pt x="495040" y="4610701"/>
                </a:cubicBezTo>
                <a:cubicBezTo>
                  <a:pt x="594049" y="4527381"/>
                  <a:pt x="594049" y="4454573"/>
                  <a:pt x="594049" y="4381770"/>
                </a:cubicBezTo>
                <a:cubicBezTo>
                  <a:pt x="594049" y="4308966"/>
                  <a:pt x="594049" y="4236159"/>
                  <a:pt x="594049" y="4163355"/>
                </a:cubicBezTo>
                <a:cubicBezTo>
                  <a:pt x="594049" y="4090552"/>
                  <a:pt x="594049" y="4017744"/>
                  <a:pt x="594049" y="3944941"/>
                </a:cubicBezTo>
                <a:cubicBezTo>
                  <a:pt x="594049" y="3872138"/>
                  <a:pt x="594049" y="3799330"/>
                  <a:pt x="594049" y="3726527"/>
                </a:cubicBezTo>
                <a:cubicBezTo>
                  <a:pt x="594049" y="3653723"/>
                  <a:pt x="594049" y="3580916"/>
                  <a:pt x="594049" y="3508112"/>
                </a:cubicBezTo>
                <a:cubicBezTo>
                  <a:pt x="594049" y="3435309"/>
                  <a:pt x="594049" y="3362501"/>
                  <a:pt x="594049" y="3289698"/>
                </a:cubicBezTo>
                <a:cubicBezTo>
                  <a:pt x="594049" y="3216895"/>
                  <a:pt x="594049" y="3144087"/>
                  <a:pt x="594049" y="3071284"/>
                </a:cubicBezTo>
                <a:cubicBezTo>
                  <a:pt x="594049" y="2998480"/>
                  <a:pt x="594049" y="2925673"/>
                  <a:pt x="594049" y="2852869"/>
                </a:cubicBezTo>
                <a:cubicBezTo>
                  <a:pt x="594049" y="2780066"/>
                  <a:pt x="594049" y="2707258"/>
                  <a:pt x="594049" y="2626054"/>
                </a:cubicBezTo>
                <a:cubicBezTo>
                  <a:pt x="594049" y="2544851"/>
                  <a:pt x="594049" y="2455242"/>
                  <a:pt x="594049" y="2329977"/>
                </a:cubicBezTo>
                <a:cubicBezTo>
                  <a:pt x="594049" y="2204716"/>
                  <a:pt x="594049" y="2043791"/>
                  <a:pt x="594049" y="1891271"/>
                </a:cubicBezTo>
                <a:cubicBezTo>
                  <a:pt x="594049" y="1738746"/>
                  <a:pt x="594049" y="1594626"/>
                  <a:pt x="594049" y="1486163"/>
                </a:cubicBezTo>
                <a:cubicBezTo>
                  <a:pt x="594049" y="1377699"/>
                  <a:pt x="594049" y="1304891"/>
                  <a:pt x="594049" y="1232088"/>
                </a:cubicBezTo>
                <a:cubicBezTo>
                  <a:pt x="594049" y="1159285"/>
                  <a:pt x="594049" y="1086477"/>
                  <a:pt x="594049" y="1013674"/>
                </a:cubicBezTo>
                <a:cubicBezTo>
                  <a:pt x="594049" y="940870"/>
                  <a:pt x="594049" y="868063"/>
                  <a:pt x="594049" y="795259"/>
                </a:cubicBezTo>
                <a:cubicBezTo>
                  <a:pt x="594049" y="722456"/>
                  <a:pt x="594049" y="649648"/>
                  <a:pt x="594049" y="576845"/>
                </a:cubicBezTo>
                <a:cubicBezTo>
                  <a:pt x="594049" y="504042"/>
                  <a:pt x="594049" y="431234"/>
                  <a:pt x="594049" y="358431"/>
                </a:cubicBezTo>
                <a:cubicBezTo>
                  <a:pt x="594049" y="285627"/>
                  <a:pt x="594049" y="212820"/>
                  <a:pt x="511719" y="153083"/>
                </a:cubicBezTo>
                <a:cubicBezTo>
                  <a:pt x="429390" y="93343"/>
                  <a:pt x="264731" y="46674"/>
                  <a:pt x="182405" y="23337"/>
                </a:cubicBezTo>
                <a:lnTo>
                  <a:pt x="100076" y="0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6" name="Mermaid Edge 16"/>
          <p:cNvSpPr/>
          <p:nvPr/>
        </p:nvSpPr>
        <p:spPr>
          <a:xfrm>
            <a:off x="3007637" y="6080949"/>
            <a:ext cx="1877" cy="296119"/>
          </a:xfrm>
          <a:custGeom>
            <a:avLst/>
            <a:gdLst/>
            <a:ahLst/>
            <a:cxnLst/>
            <a:rect l="0" t="0" r="1877" b="296119"/>
            <a:pathLst>
              <a:path w="1877" h="296119">
                <a:moveTo>
                  <a:pt x="0" y="0"/>
                </a:moveTo>
                <a:lnTo>
                  <a:pt x="0" y="25903"/>
                </a:lnTo>
                <a:cubicBezTo>
                  <a:pt x="0" y="51802"/>
                  <a:pt x="0" y="103608"/>
                  <a:pt x="315" y="152961"/>
                </a:cubicBezTo>
                <a:cubicBezTo>
                  <a:pt x="626" y="202315"/>
                  <a:pt x="1251" y="249219"/>
                  <a:pt x="1566" y="272669"/>
                </a:cubicBezTo>
                <a:lnTo>
                  <a:pt x="1877" y="296119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7" name="Text 17"/>
          <p:cNvSpPr txBox="1"/>
          <p:nvPr/>
        </p:nvSpPr>
        <p:spPr>
          <a:xfrm>
            <a:off x="2170384" y="3876329"/>
            <a:ext cx="133401" cy="1008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OK</a:t>
            </a:r>
            <a:endParaRPr lang="en-US" sz="1200"/>
          </a:p>
        </p:txBody>
      </p:sp>
      <p:sp>
        <p:nvSpPr>
          <p:cNvPr id="18" name="Text 18"/>
          <p:cNvSpPr txBox="1"/>
          <p:nvPr/>
        </p:nvSpPr>
        <p:spPr>
          <a:xfrm>
            <a:off x="3043024" y="3170683"/>
            <a:ext cx="133401" cy="1008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NG</a:t>
            </a:r>
            <a:endParaRPr lang="en-US" sz="1200"/>
          </a:p>
        </p:txBody>
      </p:sp>
      <p:sp>
        <p:nvSpPr>
          <p:cNvPr id="19" name="Text 19"/>
          <p:cNvSpPr txBox="1"/>
          <p:nvPr/>
        </p:nvSpPr>
        <p:spPr>
          <a:xfrm>
            <a:off x="3737702" y="3439501"/>
            <a:ext cx="80981" cy="100806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是</a:t>
            </a:r>
            <a:endParaRPr lang="en-US" sz="1200"/>
          </a:p>
        </p:txBody>
      </p:sp>
      <p:sp>
        <p:nvSpPr>
          <p:cNvPr id="20" name="Text 20"/>
          <p:cNvSpPr txBox="1"/>
          <p:nvPr/>
        </p:nvSpPr>
        <p:spPr>
          <a:xfrm>
            <a:off x="2967148" y="6185956"/>
            <a:ext cx="80981" cy="1008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否</a:t>
            </a:r>
            <a:endParaRPr lang="en-US" sz="1200"/>
          </a:p>
        </p:txBody>
      </p:sp>
      <p:sp>
        <p:nvSpPr>
          <p:cNvPr id="21" name="Path 21"/>
          <p:cNvSpPr/>
          <p:nvPr/>
        </p:nvSpPr>
        <p:spPr>
          <a:xfrm>
            <a:off x="2888498" y="289819"/>
            <a:ext cx="238281" cy="163811"/>
          </a:xfrm>
          <a:custGeom>
            <a:avLst/>
            <a:gdLst/>
            <a:ahLst/>
            <a:cxnLst/>
            <a:rect l="0" t="0" r="238281" b="163811"/>
            <a:pathLst>
              <a:path w="238281" h="163811">
                <a:moveTo>
                  <a:pt x="81863" y="0"/>
                </a:moveTo>
                <a:cubicBezTo>
                  <a:pt x="106434" y="0"/>
                  <a:pt x="131006" y="0"/>
                  <a:pt x="156418" y="0"/>
                </a:cubicBezTo>
                <a:cubicBezTo>
                  <a:pt x="156418" y="0"/>
                  <a:pt x="156418" y="0"/>
                  <a:pt x="156418" y="0"/>
                </a:cubicBezTo>
                <a:cubicBezTo>
                  <a:pt x="157598" y="38"/>
                  <a:pt x="158778" y="76"/>
                  <a:pt x="161665" y="168"/>
                </a:cubicBezTo>
                <a:cubicBezTo>
                  <a:pt x="163667" y="361"/>
                  <a:pt x="165668" y="554"/>
                  <a:pt x="166892" y="672"/>
                </a:cubicBezTo>
                <a:cubicBezTo>
                  <a:pt x="168744" y="972"/>
                  <a:pt x="170596" y="1271"/>
                  <a:pt x="172075" y="1510"/>
                </a:cubicBezTo>
                <a:cubicBezTo>
                  <a:pt x="173250" y="1779"/>
                  <a:pt x="174425" y="2047"/>
                  <a:pt x="177193" y="2679"/>
                </a:cubicBezTo>
                <a:cubicBezTo>
                  <a:pt x="178352" y="3023"/>
                  <a:pt x="179511" y="3366"/>
                  <a:pt x="182227" y="4173"/>
                </a:cubicBezTo>
                <a:cubicBezTo>
                  <a:pt x="184191" y="4895"/>
                  <a:pt x="186155" y="5618"/>
                  <a:pt x="187154" y="5986"/>
                </a:cubicBezTo>
                <a:cubicBezTo>
                  <a:pt x="188889" y="6754"/>
                  <a:pt x="190624" y="7522"/>
                  <a:pt x="191955" y="8111"/>
                </a:cubicBezTo>
                <a:cubicBezTo>
                  <a:pt x="193380" y="8854"/>
                  <a:pt x="194805" y="9598"/>
                  <a:pt x="196610" y="10540"/>
                </a:cubicBezTo>
                <a:cubicBezTo>
                  <a:pt x="198388" y="11617"/>
                  <a:pt x="200166" y="12695"/>
                  <a:pt x="201100" y="13261"/>
                </a:cubicBezTo>
                <a:cubicBezTo>
                  <a:pt x="202315" y="14109"/>
                  <a:pt x="203530" y="14956"/>
                  <a:pt x="205406" y="16265"/>
                </a:cubicBezTo>
                <a:cubicBezTo>
                  <a:pt x="206460" y="17106"/>
                  <a:pt x="207514" y="17946"/>
                  <a:pt x="209511" y="19539"/>
                </a:cubicBezTo>
                <a:cubicBezTo>
                  <a:pt x="210916" y="20815"/>
                  <a:pt x="212321" y="22091"/>
                  <a:pt x="213398" y="23069"/>
                </a:cubicBezTo>
                <a:cubicBezTo>
                  <a:pt x="214585" y="24294"/>
                  <a:pt x="215772" y="25520"/>
                  <a:pt x="217050" y="26840"/>
                </a:cubicBezTo>
                <a:cubicBezTo>
                  <a:pt x="217847" y="27776"/>
                  <a:pt x="218644" y="28712"/>
                  <a:pt x="220454" y="30838"/>
                </a:cubicBezTo>
                <a:cubicBezTo>
                  <a:pt x="221695" y="32502"/>
                  <a:pt x="222937" y="34165"/>
                  <a:pt x="223594" y="35046"/>
                </a:cubicBezTo>
                <a:cubicBezTo>
                  <a:pt x="224714" y="36765"/>
                  <a:pt x="225833" y="38485"/>
                  <a:pt x="226458" y="39446"/>
                </a:cubicBezTo>
                <a:cubicBezTo>
                  <a:pt x="227122" y="40624"/>
                  <a:pt x="227785" y="41801"/>
                  <a:pt x="229035" y="44021"/>
                </a:cubicBezTo>
                <a:cubicBezTo>
                  <a:pt x="229809" y="45629"/>
                  <a:pt x="230584" y="47238"/>
                  <a:pt x="231313" y="48751"/>
                </a:cubicBezTo>
                <a:cubicBezTo>
                  <a:pt x="231833" y="50036"/>
                  <a:pt x="232354" y="51322"/>
                  <a:pt x="233283" y="53618"/>
                </a:cubicBezTo>
                <a:cubicBezTo>
                  <a:pt x="233831" y="55269"/>
                  <a:pt x="234379" y="56919"/>
                  <a:pt x="234938" y="58601"/>
                </a:cubicBezTo>
                <a:cubicBezTo>
                  <a:pt x="235357" y="60198"/>
                  <a:pt x="235775" y="61796"/>
                  <a:pt x="236270" y="63680"/>
                </a:cubicBezTo>
                <a:cubicBezTo>
                  <a:pt x="236537" y="65053"/>
                  <a:pt x="236805" y="66427"/>
                  <a:pt x="237273" y="68833"/>
                </a:cubicBezTo>
                <a:cubicBezTo>
                  <a:pt x="237429" y="70042"/>
                  <a:pt x="237585" y="71250"/>
                  <a:pt x="237945" y="74041"/>
                </a:cubicBezTo>
                <a:cubicBezTo>
                  <a:pt x="238040" y="75530"/>
                  <a:pt x="238136" y="77020"/>
                  <a:pt x="238281" y="79280"/>
                </a:cubicBezTo>
                <a:cubicBezTo>
                  <a:pt x="238281" y="81234"/>
                  <a:pt x="238281" y="83187"/>
                  <a:pt x="238281" y="84531"/>
                </a:cubicBezTo>
                <a:cubicBezTo>
                  <a:pt x="238158" y="86445"/>
                  <a:pt x="238035" y="88360"/>
                  <a:pt x="237945" y="89770"/>
                </a:cubicBezTo>
                <a:cubicBezTo>
                  <a:pt x="237723" y="91492"/>
                  <a:pt x="237501" y="93214"/>
                  <a:pt x="237273" y="94977"/>
                </a:cubicBezTo>
                <a:cubicBezTo>
                  <a:pt x="236963" y="96569"/>
                  <a:pt x="236653" y="98161"/>
                  <a:pt x="236270" y="100131"/>
                </a:cubicBezTo>
                <a:cubicBezTo>
                  <a:pt x="235913" y="101491"/>
                  <a:pt x="235556" y="102851"/>
                  <a:pt x="234938" y="105210"/>
                </a:cubicBezTo>
                <a:cubicBezTo>
                  <a:pt x="234447" y="106688"/>
                  <a:pt x="233956" y="108166"/>
                  <a:pt x="233283" y="110193"/>
                </a:cubicBezTo>
                <a:cubicBezTo>
                  <a:pt x="232511" y="112100"/>
                  <a:pt x="231739" y="114007"/>
                  <a:pt x="231313" y="115059"/>
                </a:cubicBezTo>
                <a:cubicBezTo>
                  <a:pt x="230503" y="116741"/>
                  <a:pt x="229693" y="118424"/>
                  <a:pt x="229035" y="119790"/>
                </a:cubicBezTo>
                <a:cubicBezTo>
                  <a:pt x="228121" y="121413"/>
                  <a:pt x="227207" y="123036"/>
                  <a:pt x="226458" y="124365"/>
                </a:cubicBezTo>
                <a:cubicBezTo>
                  <a:pt x="225871" y="125267"/>
                  <a:pt x="225283" y="126170"/>
                  <a:pt x="223594" y="128765"/>
                </a:cubicBezTo>
                <a:cubicBezTo>
                  <a:pt x="222678" y="129993"/>
                  <a:pt x="221761" y="131221"/>
                  <a:pt x="220454" y="132973"/>
                </a:cubicBezTo>
                <a:cubicBezTo>
                  <a:pt x="219291" y="134338"/>
                  <a:pt x="218129" y="135704"/>
                  <a:pt x="217050" y="136970"/>
                </a:cubicBezTo>
                <a:cubicBezTo>
                  <a:pt x="215661" y="138406"/>
                  <a:pt x="214271" y="139841"/>
                  <a:pt x="213398" y="140742"/>
                </a:cubicBezTo>
                <a:cubicBezTo>
                  <a:pt x="212448" y="141604"/>
                  <a:pt x="211499" y="142467"/>
                  <a:pt x="209511" y="144272"/>
                </a:cubicBezTo>
                <a:cubicBezTo>
                  <a:pt x="208436" y="145129"/>
                  <a:pt x="207362" y="145986"/>
                  <a:pt x="205406" y="147545"/>
                </a:cubicBezTo>
                <a:cubicBezTo>
                  <a:pt x="204097" y="148458"/>
                  <a:pt x="202789" y="149371"/>
                  <a:pt x="201100" y="150549"/>
                </a:cubicBezTo>
                <a:cubicBezTo>
                  <a:pt x="199355" y="151607"/>
                  <a:pt x="197610" y="152665"/>
                  <a:pt x="196610" y="153271"/>
                </a:cubicBezTo>
                <a:cubicBezTo>
                  <a:pt x="195385" y="153910"/>
                  <a:pt x="194161" y="154549"/>
                  <a:pt x="191955" y="155700"/>
                </a:cubicBezTo>
                <a:cubicBezTo>
                  <a:pt x="190869" y="156180"/>
                  <a:pt x="189782" y="156661"/>
                  <a:pt x="187154" y="157825"/>
                </a:cubicBezTo>
                <a:cubicBezTo>
                  <a:pt x="185292" y="158510"/>
                  <a:pt x="183429" y="159196"/>
                  <a:pt x="182227" y="159638"/>
                </a:cubicBezTo>
                <a:cubicBezTo>
                  <a:pt x="180917" y="160027"/>
                  <a:pt x="179608" y="160415"/>
                  <a:pt x="177193" y="161132"/>
                </a:cubicBezTo>
                <a:cubicBezTo>
                  <a:pt x="175736" y="161465"/>
                  <a:pt x="174279" y="161797"/>
                  <a:pt x="172075" y="162300"/>
                </a:cubicBezTo>
                <a:cubicBezTo>
                  <a:pt x="170429" y="162566"/>
                  <a:pt x="168783" y="162833"/>
                  <a:pt x="166892" y="163138"/>
                </a:cubicBezTo>
                <a:cubicBezTo>
                  <a:pt x="165225" y="163299"/>
                  <a:pt x="163558" y="163460"/>
                  <a:pt x="161665" y="163642"/>
                </a:cubicBezTo>
                <a:cubicBezTo>
                  <a:pt x="159618" y="163708"/>
                  <a:pt x="157570" y="163774"/>
                  <a:pt x="156418" y="163811"/>
                </a:cubicBezTo>
                <a:cubicBezTo>
                  <a:pt x="156418" y="163811"/>
                  <a:pt x="156418" y="163811"/>
                  <a:pt x="156418" y="163811"/>
                </a:cubicBezTo>
                <a:cubicBezTo>
                  <a:pt x="131790" y="163811"/>
                  <a:pt x="107162" y="163811"/>
                  <a:pt x="81863" y="163811"/>
                </a:cubicBezTo>
                <a:cubicBezTo>
                  <a:pt x="80318" y="163761"/>
                  <a:pt x="78774" y="163712"/>
                  <a:pt x="76615" y="163642"/>
                </a:cubicBezTo>
                <a:cubicBezTo>
                  <a:pt x="74585" y="163447"/>
                  <a:pt x="72556" y="163251"/>
                  <a:pt x="71389" y="163138"/>
                </a:cubicBezTo>
                <a:cubicBezTo>
                  <a:pt x="70226" y="162950"/>
                  <a:pt x="69063" y="162762"/>
                  <a:pt x="66206" y="162300"/>
                </a:cubicBezTo>
                <a:cubicBezTo>
                  <a:pt x="64344" y="161875"/>
                  <a:pt x="62482" y="161450"/>
                  <a:pt x="61087" y="161132"/>
                </a:cubicBezTo>
                <a:cubicBezTo>
                  <a:pt x="60064" y="160828"/>
                  <a:pt x="59040" y="160524"/>
                  <a:pt x="56054" y="159638"/>
                </a:cubicBezTo>
                <a:cubicBezTo>
                  <a:pt x="54992" y="159248"/>
                  <a:pt x="53931" y="158857"/>
                  <a:pt x="51126" y="157825"/>
                </a:cubicBezTo>
                <a:cubicBezTo>
                  <a:pt x="49311" y="157021"/>
                  <a:pt x="47495" y="156217"/>
                  <a:pt x="46325" y="155700"/>
                </a:cubicBezTo>
                <a:cubicBezTo>
                  <a:pt x="44867" y="154939"/>
                  <a:pt x="43409" y="154178"/>
                  <a:pt x="41670" y="153271"/>
                </a:cubicBezTo>
                <a:cubicBezTo>
                  <a:pt x="39883" y="152188"/>
                  <a:pt x="38096" y="151104"/>
                  <a:pt x="37181" y="150549"/>
                </a:cubicBezTo>
                <a:cubicBezTo>
                  <a:pt x="35522" y="149392"/>
                  <a:pt x="33862" y="148235"/>
                  <a:pt x="32874" y="147545"/>
                </a:cubicBezTo>
                <a:cubicBezTo>
                  <a:pt x="31241" y="146243"/>
                  <a:pt x="29607" y="144940"/>
                  <a:pt x="28769" y="144272"/>
                </a:cubicBezTo>
                <a:cubicBezTo>
                  <a:pt x="27797" y="143389"/>
                  <a:pt x="26824" y="142506"/>
                  <a:pt x="24883" y="140742"/>
                </a:cubicBezTo>
                <a:cubicBezTo>
                  <a:pt x="23468" y="139282"/>
                  <a:pt x="22054" y="137821"/>
                  <a:pt x="21230" y="136970"/>
                </a:cubicBezTo>
                <a:cubicBezTo>
                  <a:pt x="20516" y="136132"/>
                  <a:pt x="19802" y="135293"/>
                  <a:pt x="17827" y="132973"/>
                </a:cubicBezTo>
                <a:cubicBezTo>
                  <a:pt x="16678" y="131434"/>
                  <a:pt x="15530" y="129895"/>
                  <a:pt x="14686" y="128765"/>
                </a:cubicBezTo>
                <a:cubicBezTo>
                  <a:pt x="13828" y="127446"/>
                  <a:pt x="12970" y="126128"/>
                  <a:pt x="11822" y="124365"/>
                </a:cubicBezTo>
                <a:cubicBezTo>
                  <a:pt x="11236" y="123324"/>
                  <a:pt x="10650" y="122283"/>
                  <a:pt x="9246" y="119790"/>
                </a:cubicBezTo>
                <a:cubicBezTo>
                  <a:pt x="8539" y="118323"/>
                  <a:pt x="7832" y="116855"/>
                  <a:pt x="6968" y="115059"/>
                </a:cubicBezTo>
                <a:cubicBezTo>
                  <a:pt x="6309" y="113433"/>
                  <a:pt x="5651" y="111807"/>
                  <a:pt x="4997" y="110193"/>
                </a:cubicBezTo>
                <a:cubicBezTo>
                  <a:pt x="4507" y="108717"/>
                  <a:pt x="4017" y="107241"/>
                  <a:pt x="3343" y="105210"/>
                </a:cubicBezTo>
                <a:cubicBezTo>
                  <a:pt x="2966" y="103774"/>
                  <a:pt x="2590" y="102338"/>
                  <a:pt x="2011" y="100131"/>
                </a:cubicBezTo>
                <a:cubicBezTo>
                  <a:pt x="1802" y="99059"/>
                  <a:pt x="1593" y="97986"/>
                  <a:pt x="1007" y="94977"/>
                </a:cubicBezTo>
                <a:cubicBezTo>
                  <a:pt x="784" y="93245"/>
                  <a:pt x="561" y="91513"/>
                  <a:pt x="336" y="89770"/>
                </a:cubicBezTo>
                <a:cubicBezTo>
                  <a:pt x="238" y="88251"/>
                  <a:pt x="141" y="86732"/>
                  <a:pt x="0" y="84531"/>
                </a:cubicBezTo>
                <a:cubicBezTo>
                  <a:pt x="0" y="83323"/>
                  <a:pt x="0" y="82115"/>
                  <a:pt x="0" y="79280"/>
                </a:cubicBezTo>
                <a:cubicBezTo>
                  <a:pt x="75" y="78102"/>
                  <a:pt x="151" y="76924"/>
                  <a:pt x="336" y="74041"/>
                </a:cubicBezTo>
                <a:cubicBezTo>
                  <a:pt x="579" y="72158"/>
                  <a:pt x="821" y="70275"/>
                  <a:pt x="1007" y="68833"/>
                </a:cubicBezTo>
                <a:cubicBezTo>
                  <a:pt x="1340" y="67124"/>
                  <a:pt x="1673" y="65415"/>
                  <a:pt x="2011" y="63680"/>
                </a:cubicBezTo>
                <a:cubicBezTo>
                  <a:pt x="2345" y="62406"/>
                  <a:pt x="2679" y="61132"/>
                  <a:pt x="3343" y="58601"/>
                </a:cubicBezTo>
                <a:cubicBezTo>
                  <a:pt x="3758" y="57351"/>
                  <a:pt x="4173" y="56100"/>
                  <a:pt x="4997" y="53618"/>
                </a:cubicBezTo>
                <a:cubicBezTo>
                  <a:pt x="5432" y="52545"/>
                  <a:pt x="5866" y="51471"/>
                  <a:pt x="6968" y="48751"/>
                </a:cubicBezTo>
                <a:cubicBezTo>
                  <a:pt x="7725" y="47178"/>
                  <a:pt x="8483" y="45604"/>
                  <a:pt x="9246" y="44021"/>
                </a:cubicBezTo>
                <a:cubicBezTo>
                  <a:pt x="9911" y="42840"/>
                  <a:pt x="10576" y="41659"/>
                  <a:pt x="11822" y="39446"/>
                </a:cubicBezTo>
                <a:cubicBezTo>
                  <a:pt x="12839" y="37884"/>
                  <a:pt x="13855" y="36322"/>
                  <a:pt x="14686" y="35046"/>
                </a:cubicBezTo>
                <a:cubicBezTo>
                  <a:pt x="15869" y="33461"/>
                  <a:pt x="17053" y="31875"/>
                  <a:pt x="17827" y="30838"/>
                </a:cubicBezTo>
                <a:cubicBezTo>
                  <a:pt x="18974" y="29490"/>
                  <a:pt x="20122" y="28142"/>
                  <a:pt x="21230" y="26840"/>
                </a:cubicBezTo>
                <a:cubicBezTo>
                  <a:pt x="22425" y="25607"/>
                  <a:pt x="23619" y="24374"/>
                  <a:pt x="24883" y="23069"/>
                </a:cubicBezTo>
                <a:cubicBezTo>
                  <a:pt x="26299" y="21783"/>
                  <a:pt x="27715" y="20497"/>
                  <a:pt x="28769" y="19539"/>
                </a:cubicBezTo>
                <a:cubicBezTo>
                  <a:pt x="30328" y="18296"/>
                  <a:pt x="31886" y="17053"/>
                  <a:pt x="32874" y="16265"/>
                </a:cubicBezTo>
                <a:cubicBezTo>
                  <a:pt x="33960" y="15508"/>
                  <a:pt x="35045" y="14751"/>
                  <a:pt x="37181" y="13261"/>
                </a:cubicBezTo>
                <a:cubicBezTo>
                  <a:pt x="38841" y="12255"/>
                  <a:pt x="40501" y="11249"/>
                  <a:pt x="41670" y="10540"/>
                </a:cubicBezTo>
                <a:cubicBezTo>
                  <a:pt x="42629" y="10040"/>
                  <a:pt x="43587" y="9540"/>
                  <a:pt x="46325" y="8111"/>
                </a:cubicBezTo>
                <a:cubicBezTo>
                  <a:pt x="47611" y="7542"/>
                  <a:pt x="48897" y="6973"/>
                  <a:pt x="51126" y="5986"/>
                </a:cubicBezTo>
                <a:cubicBezTo>
                  <a:pt x="52571" y="5454"/>
                  <a:pt x="54016" y="4922"/>
                  <a:pt x="56054" y="4173"/>
                </a:cubicBezTo>
                <a:cubicBezTo>
                  <a:pt x="57524" y="3736"/>
                  <a:pt x="58995" y="3300"/>
                  <a:pt x="61087" y="2679"/>
                </a:cubicBezTo>
                <a:cubicBezTo>
                  <a:pt x="62494" y="2358"/>
                  <a:pt x="63900" y="2037"/>
                  <a:pt x="66206" y="1510"/>
                </a:cubicBezTo>
                <a:cubicBezTo>
                  <a:pt x="67393" y="1318"/>
                  <a:pt x="68580" y="1127"/>
                  <a:pt x="71389" y="672"/>
                </a:cubicBezTo>
                <a:cubicBezTo>
                  <a:pt x="72480" y="567"/>
                  <a:pt x="73572" y="462"/>
                  <a:pt x="76615" y="168"/>
                </a:cubicBezTo>
                <a:cubicBezTo>
                  <a:pt x="78004" y="124"/>
                  <a:pt x="79393" y="79"/>
                  <a:pt x="81863" y="0"/>
                </a:cubicBezTo>
                <a:cubicBezTo>
                  <a:pt x="81863" y="0"/>
                  <a:pt x="81863" y="0"/>
                  <a:pt x="81863" y="0"/>
                </a:cubicBezTo>
              </a:path>
            </a:pathLst>
          </a:cu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2" name="Path 22"/>
          <p:cNvSpPr/>
          <p:nvPr/>
        </p:nvSpPr>
        <p:spPr>
          <a:xfrm>
            <a:off x="2888498" y="289819"/>
            <a:ext cx="238281" cy="163811"/>
          </a:xfrm>
          <a:custGeom>
            <a:avLst/>
            <a:gdLst/>
            <a:ahLst/>
            <a:cxnLst/>
            <a:rect l="0" t="0" r="238281" b="163811"/>
            <a:pathLst>
              <a:path w="238281" h="163811">
                <a:moveTo>
                  <a:pt x="81863" y="0"/>
                </a:moveTo>
                <a:cubicBezTo>
                  <a:pt x="100896" y="0"/>
                  <a:pt x="119928" y="0"/>
                  <a:pt x="156418" y="0"/>
                </a:cubicBezTo>
                <a:moveTo>
                  <a:pt x="81863" y="0"/>
                </a:moveTo>
                <a:cubicBezTo>
                  <a:pt x="104407" y="0"/>
                  <a:pt x="126952" y="0"/>
                  <a:pt x="156418" y="0"/>
                </a:cubicBezTo>
                <a:moveTo>
                  <a:pt x="156418" y="0"/>
                </a:moveTo>
                <a:cubicBezTo>
                  <a:pt x="156418" y="0"/>
                  <a:pt x="156418" y="0"/>
                  <a:pt x="156418" y="0"/>
                </a:cubicBezTo>
                <a:moveTo>
                  <a:pt x="156418" y="0"/>
                </a:moveTo>
                <a:cubicBezTo>
                  <a:pt x="156418" y="0"/>
                  <a:pt x="156418" y="0"/>
                  <a:pt x="156418" y="0"/>
                </a:cubicBezTo>
                <a:moveTo>
                  <a:pt x="156418" y="0"/>
                </a:moveTo>
                <a:cubicBezTo>
                  <a:pt x="157972" y="50"/>
                  <a:pt x="159525" y="100"/>
                  <a:pt x="161665" y="168"/>
                </a:cubicBezTo>
                <a:moveTo>
                  <a:pt x="156418" y="0"/>
                </a:moveTo>
                <a:cubicBezTo>
                  <a:pt x="157943" y="49"/>
                  <a:pt x="159469" y="98"/>
                  <a:pt x="161665" y="168"/>
                </a:cubicBezTo>
                <a:moveTo>
                  <a:pt x="161665" y="168"/>
                </a:moveTo>
                <a:cubicBezTo>
                  <a:pt x="163086" y="305"/>
                  <a:pt x="164507" y="442"/>
                  <a:pt x="166892" y="672"/>
                </a:cubicBezTo>
                <a:moveTo>
                  <a:pt x="161665" y="168"/>
                </a:moveTo>
                <a:cubicBezTo>
                  <a:pt x="162716" y="270"/>
                  <a:pt x="163766" y="371"/>
                  <a:pt x="166892" y="672"/>
                </a:cubicBezTo>
                <a:moveTo>
                  <a:pt x="166892" y="672"/>
                </a:moveTo>
                <a:cubicBezTo>
                  <a:pt x="168407" y="917"/>
                  <a:pt x="169922" y="1162"/>
                  <a:pt x="172075" y="1510"/>
                </a:cubicBezTo>
                <a:moveTo>
                  <a:pt x="166892" y="672"/>
                </a:moveTo>
                <a:cubicBezTo>
                  <a:pt x="168888" y="995"/>
                  <a:pt x="170885" y="1318"/>
                  <a:pt x="172075" y="1510"/>
                </a:cubicBezTo>
                <a:moveTo>
                  <a:pt x="172075" y="1510"/>
                </a:moveTo>
                <a:cubicBezTo>
                  <a:pt x="173464" y="1828"/>
                  <a:pt x="174854" y="2145"/>
                  <a:pt x="177193" y="2679"/>
                </a:cubicBezTo>
                <a:moveTo>
                  <a:pt x="172075" y="1510"/>
                </a:moveTo>
                <a:cubicBezTo>
                  <a:pt x="174079" y="1968"/>
                  <a:pt x="176083" y="2425"/>
                  <a:pt x="177193" y="2679"/>
                </a:cubicBezTo>
                <a:moveTo>
                  <a:pt x="177193" y="2679"/>
                </a:moveTo>
                <a:cubicBezTo>
                  <a:pt x="178964" y="3204"/>
                  <a:pt x="180735" y="3730"/>
                  <a:pt x="182227" y="4173"/>
                </a:cubicBezTo>
                <a:moveTo>
                  <a:pt x="177193" y="2679"/>
                </a:moveTo>
                <a:cubicBezTo>
                  <a:pt x="178443" y="3050"/>
                  <a:pt x="179693" y="3421"/>
                  <a:pt x="182227" y="4173"/>
                </a:cubicBezTo>
                <a:moveTo>
                  <a:pt x="182227" y="4173"/>
                </a:moveTo>
                <a:cubicBezTo>
                  <a:pt x="183270" y="4556"/>
                  <a:pt x="184312" y="4940"/>
                  <a:pt x="187154" y="5986"/>
                </a:cubicBezTo>
                <a:moveTo>
                  <a:pt x="182227" y="4173"/>
                </a:moveTo>
                <a:cubicBezTo>
                  <a:pt x="183734" y="4727"/>
                  <a:pt x="185241" y="5282"/>
                  <a:pt x="187154" y="5986"/>
                </a:cubicBezTo>
                <a:moveTo>
                  <a:pt x="187154" y="5986"/>
                </a:moveTo>
                <a:cubicBezTo>
                  <a:pt x="188546" y="6602"/>
                  <a:pt x="189939" y="7219"/>
                  <a:pt x="191955" y="8111"/>
                </a:cubicBezTo>
                <a:moveTo>
                  <a:pt x="187154" y="5986"/>
                </a:moveTo>
                <a:cubicBezTo>
                  <a:pt x="188173" y="6437"/>
                  <a:pt x="189193" y="6888"/>
                  <a:pt x="191955" y="8111"/>
                </a:cubicBezTo>
                <a:moveTo>
                  <a:pt x="191955" y="8111"/>
                </a:moveTo>
                <a:cubicBezTo>
                  <a:pt x="192997" y="8655"/>
                  <a:pt x="194039" y="9198"/>
                  <a:pt x="196610" y="10540"/>
                </a:cubicBezTo>
                <a:moveTo>
                  <a:pt x="191955" y="8111"/>
                </a:moveTo>
                <a:cubicBezTo>
                  <a:pt x="193166" y="8743"/>
                  <a:pt x="194377" y="9375"/>
                  <a:pt x="196610" y="10540"/>
                </a:cubicBezTo>
                <a:moveTo>
                  <a:pt x="196610" y="10540"/>
                </a:moveTo>
                <a:cubicBezTo>
                  <a:pt x="198055" y="11416"/>
                  <a:pt x="199501" y="12292"/>
                  <a:pt x="201100" y="13261"/>
                </a:cubicBezTo>
                <a:moveTo>
                  <a:pt x="196610" y="10540"/>
                </a:moveTo>
                <a:cubicBezTo>
                  <a:pt x="197928" y="11339"/>
                  <a:pt x="199247" y="12138"/>
                  <a:pt x="201100" y="13261"/>
                </a:cubicBezTo>
                <a:moveTo>
                  <a:pt x="201100" y="13261"/>
                </a:moveTo>
                <a:cubicBezTo>
                  <a:pt x="202339" y="14126"/>
                  <a:pt x="203578" y="14990"/>
                  <a:pt x="205406" y="16265"/>
                </a:cubicBezTo>
                <a:moveTo>
                  <a:pt x="201100" y="13261"/>
                </a:moveTo>
                <a:cubicBezTo>
                  <a:pt x="202447" y="14201"/>
                  <a:pt x="203793" y="15140"/>
                  <a:pt x="205406" y="16265"/>
                </a:cubicBezTo>
                <a:moveTo>
                  <a:pt x="205406" y="16265"/>
                </a:moveTo>
                <a:cubicBezTo>
                  <a:pt x="206675" y="17278"/>
                  <a:pt x="207945" y="18290"/>
                  <a:pt x="209511" y="19539"/>
                </a:cubicBezTo>
                <a:moveTo>
                  <a:pt x="205406" y="16265"/>
                </a:moveTo>
                <a:cubicBezTo>
                  <a:pt x="206952" y="17498"/>
                  <a:pt x="208498" y="18731"/>
                  <a:pt x="209511" y="19539"/>
                </a:cubicBezTo>
                <a:moveTo>
                  <a:pt x="209511" y="19539"/>
                </a:moveTo>
                <a:cubicBezTo>
                  <a:pt x="210927" y="20825"/>
                  <a:pt x="212343" y="22111"/>
                  <a:pt x="213398" y="23069"/>
                </a:cubicBezTo>
                <a:moveTo>
                  <a:pt x="209511" y="19539"/>
                </a:moveTo>
                <a:cubicBezTo>
                  <a:pt x="210570" y="20500"/>
                  <a:pt x="211629" y="21462"/>
                  <a:pt x="213398" y="23069"/>
                </a:cubicBezTo>
                <a:moveTo>
                  <a:pt x="213398" y="23069"/>
                </a:moveTo>
                <a:cubicBezTo>
                  <a:pt x="214642" y="24353"/>
                  <a:pt x="215885" y="25637"/>
                  <a:pt x="217050" y="26840"/>
                </a:cubicBezTo>
                <a:moveTo>
                  <a:pt x="213398" y="23069"/>
                </a:moveTo>
                <a:cubicBezTo>
                  <a:pt x="214166" y="23862"/>
                  <a:pt x="214935" y="24656"/>
                  <a:pt x="217050" y="26840"/>
                </a:cubicBezTo>
                <a:moveTo>
                  <a:pt x="217050" y="26840"/>
                </a:moveTo>
                <a:cubicBezTo>
                  <a:pt x="217945" y="27891"/>
                  <a:pt x="218839" y="28942"/>
                  <a:pt x="220454" y="30838"/>
                </a:cubicBezTo>
                <a:moveTo>
                  <a:pt x="217050" y="26840"/>
                </a:moveTo>
                <a:cubicBezTo>
                  <a:pt x="217927" y="27870"/>
                  <a:pt x="218803" y="28899"/>
                  <a:pt x="220454" y="30838"/>
                </a:cubicBezTo>
                <a:moveTo>
                  <a:pt x="220454" y="30838"/>
                </a:moveTo>
                <a:cubicBezTo>
                  <a:pt x="221533" y="32285"/>
                  <a:pt x="222613" y="33731"/>
                  <a:pt x="223594" y="35046"/>
                </a:cubicBezTo>
                <a:moveTo>
                  <a:pt x="220454" y="30838"/>
                </a:moveTo>
                <a:cubicBezTo>
                  <a:pt x="221524" y="32272"/>
                  <a:pt x="222595" y="33707"/>
                  <a:pt x="223594" y="35046"/>
                </a:cubicBezTo>
                <a:moveTo>
                  <a:pt x="223594" y="35046"/>
                </a:moveTo>
                <a:cubicBezTo>
                  <a:pt x="224717" y="36770"/>
                  <a:pt x="225839" y="38494"/>
                  <a:pt x="226458" y="39446"/>
                </a:cubicBezTo>
                <a:moveTo>
                  <a:pt x="223594" y="35046"/>
                </a:moveTo>
                <a:cubicBezTo>
                  <a:pt x="224476" y="36401"/>
                  <a:pt x="225358" y="37756"/>
                  <a:pt x="226458" y="39446"/>
                </a:cubicBezTo>
                <a:moveTo>
                  <a:pt x="226458" y="39446"/>
                </a:moveTo>
                <a:cubicBezTo>
                  <a:pt x="227238" y="40830"/>
                  <a:pt x="228017" y="42214"/>
                  <a:pt x="229035" y="44021"/>
                </a:cubicBezTo>
                <a:moveTo>
                  <a:pt x="226458" y="39446"/>
                </a:moveTo>
                <a:cubicBezTo>
                  <a:pt x="227342" y="41014"/>
                  <a:pt x="228225" y="42582"/>
                  <a:pt x="229035" y="44021"/>
                </a:cubicBezTo>
                <a:moveTo>
                  <a:pt x="229035" y="44021"/>
                </a:moveTo>
                <a:cubicBezTo>
                  <a:pt x="229716" y="45435"/>
                  <a:pt x="230397" y="46850"/>
                  <a:pt x="231313" y="48751"/>
                </a:cubicBezTo>
                <a:moveTo>
                  <a:pt x="229035" y="44021"/>
                </a:moveTo>
                <a:cubicBezTo>
                  <a:pt x="229872" y="45760"/>
                  <a:pt x="230710" y="47498"/>
                  <a:pt x="231313" y="48751"/>
                </a:cubicBezTo>
                <a:moveTo>
                  <a:pt x="231313" y="48751"/>
                </a:moveTo>
                <a:cubicBezTo>
                  <a:pt x="232071" y="50624"/>
                  <a:pt x="232830" y="52497"/>
                  <a:pt x="233283" y="53618"/>
                </a:cubicBezTo>
                <a:moveTo>
                  <a:pt x="231313" y="48751"/>
                </a:moveTo>
                <a:cubicBezTo>
                  <a:pt x="231827" y="50022"/>
                  <a:pt x="232341" y="51292"/>
                  <a:pt x="233283" y="53618"/>
                </a:cubicBezTo>
                <a:moveTo>
                  <a:pt x="233283" y="53618"/>
                </a:moveTo>
                <a:cubicBezTo>
                  <a:pt x="233872" y="55390"/>
                  <a:pt x="234460" y="57163"/>
                  <a:pt x="234938" y="58601"/>
                </a:cubicBezTo>
                <a:moveTo>
                  <a:pt x="233283" y="53618"/>
                </a:moveTo>
                <a:cubicBezTo>
                  <a:pt x="233688" y="54836"/>
                  <a:pt x="234092" y="56055"/>
                  <a:pt x="234938" y="58601"/>
                </a:cubicBezTo>
                <a:moveTo>
                  <a:pt x="234938" y="58601"/>
                </a:moveTo>
                <a:cubicBezTo>
                  <a:pt x="235345" y="60154"/>
                  <a:pt x="235752" y="61708"/>
                  <a:pt x="236270" y="63680"/>
                </a:cubicBezTo>
                <a:moveTo>
                  <a:pt x="234938" y="58601"/>
                </a:moveTo>
                <a:cubicBezTo>
                  <a:pt x="235404" y="60381"/>
                  <a:pt x="235871" y="62160"/>
                  <a:pt x="236270" y="63680"/>
                </a:cubicBezTo>
                <a:moveTo>
                  <a:pt x="236270" y="63680"/>
                </a:moveTo>
                <a:cubicBezTo>
                  <a:pt x="236571" y="65230"/>
                  <a:pt x="236873" y="66781"/>
                  <a:pt x="237273" y="68833"/>
                </a:cubicBezTo>
                <a:moveTo>
                  <a:pt x="236270" y="63680"/>
                </a:moveTo>
                <a:cubicBezTo>
                  <a:pt x="236536" y="65050"/>
                  <a:pt x="236803" y="66419"/>
                  <a:pt x="237273" y="68833"/>
                </a:cubicBezTo>
                <a:moveTo>
                  <a:pt x="237273" y="68833"/>
                </a:moveTo>
                <a:cubicBezTo>
                  <a:pt x="237451" y="70210"/>
                  <a:pt x="237628" y="71587"/>
                  <a:pt x="237945" y="74041"/>
                </a:cubicBezTo>
                <a:moveTo>
                  <a:pt x="237273" y="68833"/>
                </a:moveTo>
                <a:cubicBezTo>
                  <a:pt x="237499" y="70586"/>
                  <a:pt x="237725" y="72338"/>
                  <a:pt x="237945" y="74041"/>
                </a:cubicBezTo>
                <a:moveTo>
                  <a:pt x="237945" y="74041"/>
                </a:moveTo>
                <a:cubicBezTo>
                  <a:pt x="238074" y="76057"/>
                  <a:pt x="238203" y="78073"/>
                  <a:pt x="238281" y="79280"/>
                </a:cubicBezTo>
                <a:moveTo>
                  <a:pt x="237945" y="74041"/>
                </a:moveTo>
                <a:cubicBezTo>
                  <a:pt x="238043" y="75578"/>
                  <a:pt x="238142" y="77115"/>
                  <a:pt x="238281" y="79280"/>
                </a:cubicBezTo>
                <a:moveTo>
                  <a:pt x="238281" y="79280"/>
                </a:moveTo>
                <a:cubicBezTo>
                  <a:pt x="238281" y="81342"/>
                  <a:pt x="238281" y="83404"/>
                  <a:pt x="238281" y="84531"/>
                </a:cubicBezTo>
                <a:moveTo>
                  <a:pt x="238281" y="79280"/>
                </a:moveTo>
                <a:cubicBezTo>
                  <a:pt x="238281" y="80971"/>
                  <a:pt x="238281" y="82662"/>
                  <a:pt x="238281" y="84531"/>
                </a:cubicBezTo>
                <a:moveTo>
                  <a:pt x="238281" y="84531"/>
                </a:moveTo>
                <a:cubicBezTo>
                  <a:pt x="238172" y="86232"/>
                  <a:pt x="238063" y="87934"/>
                  <a:pt x="237945" y="89770"/>
                </a:cubicBezTo>
                <a:moveTo>
                  <a:pt x="238281" y="84531"/>
                </a:moveTo>
                <a:cubicBezTo>
                  <a:pt x="238183" y="86054"/>
                  <a:pt x="238085" y="87577"/>
                  <a:pt x="237945" y="89770"/>
                </a:cubicBezTo>
                <a:moveTo>
                  <a:pt x="237945" y="89770"/>
                </a:moveTo>
                <a:cubicBezTo>
                  <a:pt x="237806" y="90844"/>
                  <a:pt x="237668" y="91918"/>
                  <a:pt x="237273" y="94977"/>
                </a:cubicBezTo>
                <a:moveTo>
                  <a:pt x="237945" y="89770"/>
                </a:moveTo>
                <a:cubicBezTo>
                  <a:pt x="237768" y="91141"/>
                  <a:pt x="237591" y="92512"/>
                  <a:pt x="237273" y="94977"/>
                </a:cubicBezTo>
                <a:moveTo>
                  <a:pt x="237273" y="94977"/>
                </a:moveTo>
                <a:cubicBezTo>
                  <a:pt x="237023" y="96262"/>
                  <a:pt x="236773" y="97547"/>
                  <a:pt x="236270" y="100131"/>
                </a:cubicBezTo>
                <a:moveTo>
                  <a:pt x="237273" y="94977"/>
                </a:moveTo>
                <a:cubicBezTo>
                  <a:pt x="236939" y="96694"/>
                  <a:pt x="236605" y="98410"/>
                  <a:pt x="236270" y="100131"/>
                </a:cubicBezTo>
                <a:moveTo>
                  <a:pt x="236270" y="100131"/>
                </a:moveTo>
                <a:cubicBezTo>
                  <a:pt x="235918" y="101473"/>
                  <a:pt x="235566" y="102815"/>
                  <a:pt x="234938" y="105210"/>
                </a:cubicBezTo>
                <a:moveTo>
                  <a:pt x="236270" y="100131"/>
                </a:moveTo>
                <a:cubicBezTo>
                  <a:pt x="235856" y="101710"/>
                  <a:pt x="235442" y="103288"/>
                  <a:pt x="234938" y="105210"/>
                </a:cubicBezTo>
                <a:moveTo>
                  <a:pt x="234938" y="105210"/>
                </a:moveTo>
                <a:cubicBezTo>
                  <a:pt x="234406" y="106811"/>
                  <a:pt x="233874" y="108412"/>
                  <a:pt x="233283" y="110193"/>
                </a:cubicBezTo>
                <a:moveTo>
                  <a:pt x="234938" y="105210"/>
                </a:moveTo>
                <a:cubicBezTo>
                  <a:pt x="234296" y="107142"/>
                  <a:pt x="233654" y="109075"/>
                  <a:pt x="233283" y="110193"/>
                </a:cubicBezTo>
                <a:moveTo>
                  <a:pt x="233283" y="110193"/>
                </a:moveTo>
                <a:cubicBezTo>
                  <a:pt x="232843" y="111280"/>
                  <a:pt x="232403" y="112368"/>
                  <a:pt x="231313" y="115059"/>
                </a:cubicBezTo>
                <a:moveTo>
                  <a:pt x="233283" y="110193"/>
                </a:moveTo>
                <a:cubicBezTo>
                  <a:pt x="232541" y="112025"/>
                  <a:pt x="231799" y="113858"/>
                  <a:pt x="231313" y="115059"/>
                </a:cubicBezTo>
                <a:moveTo>
                  <a:pt x="231313" y="115059"/>
                </a:moveTo>
                <a:cubicBezTo>
                  <a:pt x="230480" y="116789"/>
                  <a:pt x="229648" y="118518"/>
                  <a:pt x="229035" y="119790"/>
                </a:cubicBezTo>
                <a:moveTo>
                  <a:pt x="231313" y="115059"/>
                </a:moveTo>
                <a:cubicBezTo>
                  <a:pt x="230489" y="116771"/>
                  <a:pt x="229665" y="118482"/>
                  <a:pt x="229035" y="119790"/>
                </a:cubicBezTo>
                <a:moveTo>
                  <a:pt x="229035" y="119790"/>
                </a:moveTo>
                <a:cubicBezTo>
                  <a:pt x="228123" y="121409"/>
                  <a:pt x="227211" y="123028"/>
                  <a:pt x="226458" y="124365"/>
                </a:cubicBezTo>
                <a:moveTo>
                  <a:pt x="229035" y="119790"/>
                </a:moveTo>
                <a:cubicBezTo>
                  <a:pt x="228205" y="121264"/>
                  <a:pt x="227374" y="122738"/>
                  <a:pt x="226458" y="124365"/>
                </a:cubicBezTo>
                <a:moveTo>
                  <a:pt x="226458" y="124365"/>
                </a:moveTo>
                <a:cubicBezTo>
                  <a:pt x="225726" y="125489"/>
                  <a:pt x="224994" y="126614"/>
                  <a:pt x="223594" y="128765"/>
                </a:cubicBezTo>
                <a:moveTo>
                  <a:pt x="226458" y="124365"/>
                </a:moveTo>
                <a:cubicBezTo>
                  <a:pt x="225555" y="125752"/>
                  <a:pt x="224652" y="127139"/>
                  <a:pt x="223594" y="128765"/>
                </a:cubicBezTo>
                <a:moveTo>
                  <a:pt x="223594" y="128765"/>
                </a:moveTo>
                <a:cubicBezTo>
                  <a:pt x="222731" y="129921"/>
                  <a:pt x="221869" y="131077"/>
                  <a:pt x="220454" y="132973"/>
                </a:cubicBezTo>
                <a:moveTo>
                  <a:pt x="223594" y="128765"/>
                </a:moveTo>
                <a:cubicBezTo>
                  <a:pt x="222691" y="129975"/>
                  <a:pt x="221788" y="131185"/>
                  <a:pt x="220454" y="132973"/>
                </a:cubicBezTo>
                <a:moveTo>
                  <a:pt x="220454" y="132973"/>
                </a:moveTo>
                <a:cubicBezTo>
                  <a:pt x="219735" y="133817"/>
                  <a:pt x="219016" y="134662"/>
                  <a:pt x="217050" y="136970"/>
                </a:cubicBezTo>
                <a:moveTo>
                  <a:pt x="220454" y="132973"/>
                </a:moveTo>
                <a:cubicBezTo>
                  <a:pt x="219706" y="133851"/>
                  <a:pt x="218959" y="134729"/>
                  <a:pt x="217050" y="136970"/>
                </a:cubicBezTo>
                <a:moveTo>
                  <a:pt x="217050" y="136970"/>
                </a:moveTo>
                <a:cubicBezTo>
                  <a:pt x="215972" y="138084"/>
                  <a:pt x="214893" y="139198"/>
                  <a:pt x="213398" y="140742"/>
                </a:cubicBezTo>
                <a:moveTo>
                  <a:pt x="217050" y="136970"/>
                </a:moveTo>
                <a:cubicBezTo>
                  <a:pt x="215961" y="138095"/>
                  <a:pt x="214871" y="139221"/>
                  <a:pt x="213398" y="140742"/>
                </a:cubicBezTo>
                <a:moveTo>
                  <a:pt x="213398" y="140742"/>
                </a:moveTo>
                <a:cubicBezTo>
                  <a:pt x="212411" y="141639"/>
                  <a:pt x="211423" y="142535"/>
                  <a:pt x="209511" y="144272"/>
                </a:cubicBezTo>
                <a:moveTo>
                  <a:pt x="213398" y="140742"/>
                </a:moveTo>
                <a:cubicBezTo>
                  <a:pt x="212245" y="141789"/>
                  <a:pt x="211093" y="142836"/>
                  <a:pt x="209511" y="144272"/>
                </a:cubicBezTo>
                <a:moveTo>
                  <a:pt x="209511" y="144272"/>
                </a:moveTo>
                <a:cubicBezTo>
                  <a:pt x="208178" y="145335"/>
                  <a:pt x="206845" y="146398"/>
                  <a:pt x="205406" y="147545"/>
                </a:cubicBezTo>
                <a:moveTo>
                  <a:pt x="209511" y="144272"/>
                </a:moveTo>
                <a:cubicBezTo>
                  <a:pt x="208252" y="145276"/>
                  <a:pt x="206992" y="146281"/>
                  <a:pt x="205406" y="147545"/>
                </a:cubicBezTo>
                <a:moveTo>
                  <a:pt x="205406" y="147545"/>
                </a:moveTo>
                <a:cubicBezTo>
                  <a:pt x="203862" y="148623"/>
                  <a:pt x="202318" y="149700"/>
                  <a:pt x="201100" y="150549"/>
                </a:cubicBezTo>
                <a:moveTo>
                  <a:pt x="205406" y="147545"/>
                </a:moveTo>
                <a:cubicBezTo>
                  <a:pt x="204171" y="148407"/>
                  <a:pt x="202937" y="149268"/>
                  <a:pt x="201100" y="150549"/>
                </a:cubicBezTo>
                <a:moveTo>
                  <a:pt x="201100" y="150549"/>
                </a:moveTo>
                <a:cubicBezTo>
                  <a:pt x="199485" y="151528"/>
                  <a:pt x="197869" y="152508"/>
                  <a:pt x="196610" y="153271"/>
                </a:cubicBezTo>
                <a:moveTo>
                  <a:pt x="201100" y="150549"/>
                </a:moveTo>
                <a:cubicBezTo>
                  <a:pt x="199629" y="151441"/>
                  <a:pt x="198157" y="152333"/>
                  <a:pt x="196610" y="153271"/>
                </a:cubicBezTo>
                <a:moveTo>
                  <a:pt x="196610" y="153271"/>
                </a:moveTo>
                <a:cubicBezTo>
                  <a:pt x="195033" y="154094"/>
                  <a:pt x="193455" y="154917"/>
                  <a:pt x="191955" y="155700"/>
                </a:cubicBezTo>
                <a:moveTo>
                  <a:pt x="196610" y="153271"/>
                </a:moveTo>
                <a:cubicBezTo>
                  <a:pt x="194929" y="154148"/>
                  <a:pt x="193247" y="155025"/>
                  <a:pt x="191955" y="155700"/>
                </a:cubicBezTo>
                <a:moveTo>
                  <a:pt x="191955" y="155700"/>
                </a:moveTo>
                <a:cubicBezTo>
                  <a:pt x="190076" y="156531"/>
                  <a:pt x="188197" y="157363"/>
                  <a:pt x="187154" y="157825"/>
                </a:cubicBezTo>
                <a:moveTo>
                  <a:pt x="191955" y="155700"/>
                </a:moveTo>
                <a:cubicBezTo>
                  <a:pt x="190067" y="156535"/>
                  <a:pt x="188179" y="157371"/>
                  <a:pt x="187154" y="157825"/>
                </a:cubicBezTo>
                <a:moveTo>
                  <a:pt x="187154" y="157825"/>
                </a:moveTo>
                <a:cubicBezTo>
                  <a:pt x="185508" y="158431"/>
                  <a:pt x="183861" y="159037"/>
                  <a:pt x="182227" y="159638"/>
                </a:cubicBezTo>
                <a:moveTo>
                  <a:pt x="187154" y="157825"/>
                </a:moveTo>
                <a:cubicBezTo>
                  <a:pt x="186131" y="158202"/>
                  <a:pt x="185107" y="158578"/>
                  <a:pt x="182227" y="159638"/>
                </a:cubicBezTo>
                <a:moveTo>
                  <a:pt x="182227" y="159638"/>
                </a:moveTo>
                <a:cubicBezTo>
                  <a:pt x="180261" y="160222"/>
                  <a:pt x="178295" y="160805"/>
                  <a:pt x="177193" y="161132"/>
                </a:cubicBezTo>
                <a:moveTo>
                  <a:pt x="182227" y="159638"/>
                </a:moveTo>
                <a:cubicBezTo>
                  <a:pt x="180253" y="160224"/>
                  <a:pt x="178279" y="160810"/>
                  <a:pt x="177193" y="161132"/>
                </a:cubicBezTo>
                <a:moveTo>
                  <a:pt x="177193" y="161132"/>
                </a:moveTo>
                <a:cubicBezTo>
                  <a:pt x="175851" y="161438"/>
                  <a:pt x="174508" y="161745"/>
                  <a:pt x="172075" y="162300"/>
                </a:cubicBezTo>
                <a:moveTo>
                  <a:pt x="177193" y="161132"/>
                </a:moveTo>
                <a:cubicBezTo>
                  <a:pt x="175929" y="161421"/>
                  <a:pt x="174664" y="161709"/>
                  <a:pt x="172075" y="162300"/>
                </a:cubicBezTo>
                <a:moveTo>
                  <a:pt x="172075" y="162300"/>
                </a:moveTo>
                <a:cubicBezTo>
                  <a:pt x="170887" y="162492"/>
                  <a:pt x="169699" y="162684"/>
                  <a:pt x="166892" y="163138"/>
                </a:cubicBezTo>
                <a:moveTo>
                  <a:pt x="172075" y="162300"/>
                </a:moveTo>
                <a:cubicBezTo>
                  <a:pt x="170257" y="162594"/>
                  <a:pt x="168439" y="162888"/>
                  <a:pt x="166892" y="163138"/>
                </a:cubicBezTo>
                <a:moveTo>
                  <a:pt x="166892" y="163138"/>
                </a:moveTo>
                <a:cubicBezTo>
                  <a:pt x="165677" y="163255"/>
                  <a:pt x="164463" y="163373"/>
                  <a:pt x="161665" y="163642"/>
                </a:cubicBezTo>
                <a:moveTo>
                  <a:pt x="166892" y="163138"/>
                </a:moveTo>
                <a:cubicBezTo>
                  <a:pt x="165035" y="163317"/>
                  <a:pt x="163179" y="163496"/>
                  <a:pt x="161665" y="163642"/>
                </a:cubicBezTo>
                <a:moveTo>
                  <a:pt x="161665" y="163642"/>
                </a:moveTo>
                <a:cubicBezTo>
                  <a:pt x="160082" y="163693"/>
                  <a:pt x="158498" y="163744"/>
                  <a:pt x="156418" y="163811"/>
                </a:cubicBezTo>
                <a:moveTo>
                  <a:pt x="161665" y="163642"/>
                </a:moveTo>
                <a:cubicBezTo>
                  <a:pt x="159640" y="163707"/>
                  <a:pt x="157615" y="163772"/>
                  <a:pt x="156418" y="163811"/>
                </a:cubicBezTo>
                <a:moveTo>
                  <a:pt x="156418" y="163811"/>
                </a:moveTo>
                <a:cubicBezTo>
                  <a:pt x="156418" y="163811"/>
                  <a:pt x="156418" y="163811"/>
                  <a:pt x="156418" y="163811"/>
                </a:cubicBezTo>
                <a:moveTo>
                  <a:pt x="156418" y="163811"/>
                </a:moveTo>
                <a:cubicBezTo>
                  <a:pt x="156418" y="163811"/>
                  <a:pt x="156418" y="163811"/>
                  <a:pt x="156418" y="163811"/>
                </a:cubicBezTo>
                <a:moveTo>
                  <a:pt x="156418" y="163811"/>
                </a:moveTo>
                <a:cubicBezTo>
                  <a:pt x="131647" y="163811"/>
                  <a:pt x="106876" y="163811"/>
                  <a:pt x="81863" y="163811"/>
                </a:cubicBezTo>
                <a:moveTo>
                  <a:pt x="156418" y="163811"/>
                </a:moveTo>
                <a:cubicBezTo>
                  <a:pt x="127739" y="163811"/>
                  <a:pt x="99059" y="163811"/>
                  <a:pt x="81863" y="163811"/>
                </a:cubicBezTo>
                <a:moveTo>
                  <a:pt x="81863" y="163811"/>
                </a:moveTo>
                <a:cubicBezTo>
                  <a:pt x="80400" y="163764"/>
                  <a:pt x="78937" y="163717"/>
                  <a:pt x="76615" y="163642"/>
                </a:cubicBezTo>
                <a:moveTo>
                  <a:pt x="81863" y="163811"/>
                </a:moveTo>
                <a:cubicBezTo>
                  <a:pt x="80358" y="163763"/>
                  <a:pt x="78854" y="163714"/>
                  <a:pt x="76615" y="163642"/>
                </a:cubicBezTo>
                <a:moveTo>
                  <a:pt x="76615" y="163642"/>
                </a:moveTo>
                <a:cubicBezTo>
                  <a:pt x="74847" y="163472"/>
                  <a:pt x="73078" y="163301"/>
                  <a:pt x="71389" y="163138"/>
                </a:cubicBezTo>
                <a:moveTo>
                  <a:pt x="76615" y="163642"/>
                </a:moveTo>
                <a:cubicBezTo>
                  <a:pt x="75451" y="163530"/>
                  <a:pt x="74287" y="163418"/>
                  <a:pt x="71389" y="163138"/>
                </a:cubicBezTo>
                <a:moveTo>
                  <a:pt x="71389" y="163138"/>
                </a:moveTo>
                <a:cubicBezTo>
                  <a:pt x="70290" y="162961"/>
                  <a:pt x="69191" y="162783"/>
                  <a:pt x="66206" y="162300"/>
                </a:cubicBezTo>
                <a:moveTo>
                  <a:pt x="71389" y="163138"/>
                </a:moveTo>
                <a:cubicBezTo>
                  <a:pt x="69358" y="162810"/>
                  <a:pt x="67327" y="162482"/>
                  <a:pt x="66206" y="162300"/>
                </a:cubicBezTo>
                <a:moveTo>
                  <a:pt x="66206" y="162300"/>
                </a:moveTo>
                <a:cubicBezTo>
                  <a:pt x="64344" y="161875"/>
                  <a:pt x="62481" y="161450"/>
                  <a:pt x="61087" y="161132"/>
                </a:cubicBezTo>
                <a:moveTo>
                  <a:pt x="66206" y="162300"/>
                </a:moveTo>
                <a:cubicBezTo>
                  <a:pt x="64592" y="161932"/>
                  <a:pt x="62977" y="161563"/>
                  <a:pt x="61087" y="161132"/>
                </a:cubicBezTo>
                <a:moveTo>
                  <a:pt x="61087" y="161132"/>
                </a:moveTo>
                <a:cubicBezTo>
                  <a:pt x="59198" y="160571"/>
                  <a:pt x="57309" y="160011"/>
                  <a:pt x="56054" y="159638"/>
                </a:cubicBezTo>
                <a:moveTo>
                  <a:pt x="61087" y="161132"/>
                </a:moveTo>
                <a:cubicBezTo>
                  <a:pt x="59797" y="160749"/>
                  <a:pt x="58507" y="160366"/>
                  <a:pt x="56054" y="159638"/>
                </a:cubicBezTo>
                <a:moveTo>
                  <a:pt x="56054" y="159638"/>
                </a:moveTo>
                <a:cubicBezTo>
                  <a:pt x="54507" y="159069"/>
                  <a:pt x="52961" y="158500"/>
                  <a:pt x="51126" y="157825"/>
                </a:cubicBezTo>
                <a:moveTo>
                  <a:pt x="56054" y="159638"/>
                </a:moveTo>
                <a:cubicBezTo>
                  <a:pt x="54694" y="159138"/>
                  <a:pt x="53334" y="158637"/>
                  <a:pt x="51126" y="157825"/>
                </a:cubicBezTo>
                <a:moveTo>
                  <a:pt x="51126" y="157825"/>
                </a:moveTo>
                <a:cubicBezTo>
                  <a:pt x="49471" y="157092"/>
                  <a:pt x="47815" y="156359"/>
                  <a:pt x="46325" y="155700"/>
                </a:cubicBezTo>
                <a:moveTo>
                  <a:pt x="51126" y="157825"/>
                </a:moveTo>
                <a:cubicBezTo>
                  <a:pt x="50147" y="157391"/>
                  <a:pt x="49168" y="156958"/>
                  <a:pt x="46325" y="155700"/>
                </a:cubicBezTo>
                <a:moveTo>
                  <a:pt x="46325" y="155700"/>
                </a:moveTo>
                <a:cubicBezTo>
                  <a:pt x="44911" y="154962"/>
                  <a:pt x="43497" y="154224"/>
                  <a:pt x="41670" y="153271"/>
                </a:cubicBezTo>
                <a:moveTo>
                  <a:pt x="46325" y="155700"/>
                </a:moveTo>
                <a:cubicBezTo>
                  <a:pt x="45002" y="155009"/>
                  <a:pt x="43678" y="154319"/>
                  <a:pt x="41670" y="153271"/>
                </a:cubicBezTo>
                <a:moveTo>
                  <a:pt x="41670" y="153271"/>
                </a:moveTo>
                <a:cubicBezTo>
                  <a:pt x="40730" y="152701"/>
                  <a:pt x="39790" y="152131"/>
                  <a:pt x="37181" y="150549"/>
                </a:cubicBezTo>
                <a:moveTo>
                  <a:pt x="41670" y="153271"/>
                </a:moveTo>
                <a:cubicBezTo>
                  <a:pt x="40010" y="152265"/>
                  <a:pt x="38350" y="151258"/>
                  <a:pt x="37181" y="150549"/>
                </a:cubicBezTo>
                <a:moveTo>
                  <a:pt x="37181" y="150549"/>
                </a:moveTo>
                <a:cubicBezTo>
                  <a:pt x="35715" y="149527"/>
                  <a:pt x="34249" y="148504"/>
                  <a:pt x="32874" y="147545"/>
                </a:cubicBezTo>
                <a:moveTo>
                  <a:pt x="37181" y="150549"/>
                </a:moveTo>
                <a:cubicBezTo>
                  <a:pt x="36196" y="149863"/>
                  <a:pt x="35212" y="149176"/>
                  <a:pt x="32874" y="147545"/>
                </a:cubicBezTo>
                <a:moveTo>
                  <a:pt x="32874" y="147545"/>
                </a:moveTo>
                <a:cubicBezTo>
                  <a:pt x="31412" y="146379"/>
                  <a:pt x="29949" y="145213"/>
                  <a:pt x="28769" y="144272"/>
                </a:cubicBezTo>
                <a:moveTo>
                  <a:pt x="32874" y="147545"/>
                </a:moveTo>
                <a:cubicBezTo>
                  <a:pt x="31549" y="146489"/>
                  <a:pt x="30224" y="145432"/>
                  <a:pt x="28769" y="144272"/>
                </a:cubicBezTo>
                <a:moveTo>
                  <a:pt x="28769" y="144272"/>
                </a:moveTo>
                <a:cubicBezTo>
                  <a:pt x="27748" y="143344"/>
                  <a:pt x="26726" y="142416"/>
                  <a:pt x="24883" y="140742"/>
                </a:cubicBezTo>
                <a:moveTo>
                  <a:pt x="28769" y="144272"/>
                </a:moveTo>
                <a:cubicBezTo>
                  <a:pt x="27920" y="143501"/>
                  <a:pt x="27071" y="142729"/>
                  <a:pt x="24883" y="140742"/>
                </a:cubicBezTo>
                <a:moveTo>
                  <a:pt x="24883" y="140742"/>
                </a:moveTo>
                <a:cubicBezTo>
                  <a:pt x="23823" y="139648"/>
                  <a:pt x="22764" y="138554"/>
                  <a:pt x="21230" y="136970"/>
                </a:cubicBezTo>
                <a:moveTo>
                  <a:pt x="24883" y="140742"/>
                </a:moveTo>
                <a:cubicBezTo>
                  <a:pt x="23605" y="139422"/>
                  <a:pt x="22327" y="138103"/>
                  <a:pt x="21230" y="136970"/>
                </a:cubicBezTo>
                <a:moveTo>
                  <a:pt x="21230" y="136970"/>
                </a:moveTo>
                <a:cubicBezTo>
                  <a:pt x="20305" y="135884"/>
                  <a:pt x="19380" y="134797"/>
                  <a:pt x="17827" y="132973"/>
                </a:cubicBezTo>
                <a:moveTo>
                  <a:pt x="21230" y="136970"/>
                </a:moveTo>
                <a:cubicBezTo>
                  <a:pt x="20310" y="135890"/>
                  <a:pt x="19390" y="134809"/>
                  <a:pt x="17827" y="132973"/>
                </a:cubicBezTo>
                <a:moveTo>
                  <a:pt x="17827" y="132973"/>
                </a:moveTo>
                <a:cubicBezTo>
                  <a:pt x="17101" y="132001"/>
                  <a:pt x="16376" y="131029"/>
                  <a:pt x="14686" y="128765"/>
                </a:cubicBezTo>
                <a:moveTo>
                  <a:pt x="17827" y="132973"/>
                </a:moveTo>
                <a:cubicBezTo>
                  <a:pt x="16725" y="131496"/>
                  <a:pt x="15623" y="130020"/>
                  <a:pt x="14686" y="128765"/>
                </a:cubicBezTo>
                <a:moveTo>
                  <a:pt x="14686" y="128765"/>
                </a:moveTo>
                <a:cubicBezTo>
                  <a:pt x="13888" y="127539"/>
                  <a:pt x="13090" y="126313"/>
                  <a:pt x="11822" y="124365"/>
                </a:cubicBezTo>
                <a:moveTo>
                  <a:pt x="14686" y="128765"/>
                </a:moveTo>
                <a:cubicBezTo>
                  <a:pt x="13700" y="127249"/>
                  <a:pt x="12713" y="125733"/>
                  <a:pt x="11822" y="124365"/>
                </a:cubicBezTo>
                <a:moveTo>
                  <a:pt x="11822" y="124365"/>
                </a:moveTo>
                <a:cubicBezTo>
                  <a:pt x="11285" y="123410"/>
                  <a:pt x="10747" y="122456"/>
                  <a:pt x="9246" y="119790"/>
                </a:cubicBezTo>
                <a:moveTo>
                  <a:pt x="11822" y="124365"/>
                </a:moveTo>
                <a:cubicBezTo>
                  <a:pt x="11192" y="123246"/>
                  <a:pt x="10562" y="122128"/>
                  <a:pt x="9246" y="119790"/>
                </a:cubicBezTo>
                <a:moveTo>
                  <a:pt x="9246" y="119790"/>
                </a:moveTo>
                <a:cubicBezTo>
                  <a:pt x="8369" y="117969"/>
                  <a:pt x="7492" y="116148"/>
                  <a:pt x="6968" y="115059"/>
                </a:cubicBezTo>
                <a:moveTo>
                  <a:pt x="9246" y="119790"/>
                </a:moveTo>
                <a:cubicBezTo>
                  <a:pt x="8372" y="117975"/>
                  <a:pt x="7498" y="116160"/>
                  <a:pt x="6968" y="115059"/>
                </a:cubicBezTo>
                <a:moveTo>
                  <a:pt x="6968" y="115059"/>
                </a:moveTo>
                <a:cubicBezTo>
                  <a:pt x="6283" y="113370"/>
                  <a:pt x="5599" y="111680"/>
                  <a:pt x="4997" y="110193"/>
                </a:cubicBezTo>
                <a:moveTo>
                  <a:pt x="6968" y="115059"/>
                </a:moveTo>
                <a:cubicBezTo>
                  <a:pt x="6293" y="113394"/>
                  <a:pt x="5619" y="111728"/>
                  <a:pt x="4997" y="110193"/>
                </a:cubicBezTo>
                <a:moveTo>
                  <a:pt x="4997" y="110193"/>
                </a:moveTo>
                <a:cubicBezTo>
                  <a:pt x="4337" y="108204"/>
                  <a:pt x="3677" y="106215"/>
                  <a:pt x="3343" y="105210"/>
                </a:cubicBezTo>
                <a:moveTo>
                  <a:pt x="4997" y="110193"/>
                </a:moveTo>
                <a:cubicBezTo>
                  <a:pt x="4395" y="108380"/>
                  <a:pt x="3794" y="106568"/>
                  <a:pt x="3343" y="105210"/>
                </a:cubicBezTo>
                <a:moveTo>
                  <a:pt x="3343" y="105210"/>
                </a:moveTo>
                <a:cubicBezTo>
                  <a:pt x="2906" y="103545"/>
                  <a:pt x="2470" y="101881"/>
                  <a:pt x="2011" y="100131"/>
                </a:cubicBezTo>
                <a:moveTo>
                  <a:pt x="3343" y="105210"/>
                </a:moveTo>
                <a:cubicBezTo>
                  <a:pt x="2904" y="103538"/>
                  <a:pt x="2466" y="101867"/>
                  <a:pt x="2011" y="100131"/>
                </a:cubicBezTo>
                <a:moveTo>
                  <a:pt x="2011" y="100131"/>
                </a:moveTo>
                <a:cubicBezTo>
                  <a:pt x="1704" y="98556"/>
                  <a:pt x="1397" y="96981"/>
                  <a:pt x="1007" y="94977"/>
                </a:cubicBezTo>
                <a:moveTo>
                  <a:pt x="2011" y="100131"/>
                </a:moveTo>
                <a:cubicBezTo>
                  <a:pt x="1724" y="98658"/>
                  <a:pt x="1437" y="97185"/>
                  <a:pt x="1007" y="94977"/>
                </a:cubicBezTo>
                <a:moveTo>
                  <a:pt x="1007" y="94977"/>
                </a:moveTo>
                <a:cubicBezTo>
                  <a:pt x="780" y="93217"/>
                  <a:pt x="553" y="91456"/>
                  <a:pt x="336" y="89770"/>
                </a:cubicBezTo>
                <a:moveTo>
                  <a:pt x="1007" y="94977"/>
                </a:moveTo>
                <a:cubicBezTo>
                  <a:pt x="860" y="93833"/>
                  <a:pt x="712" y="92689"/>
                  <a:pt x="336" y="89770"/>
                </a:cubicBezTo>
                <a:moveTo>
                  <a:pt x="336" y="89770"/>
                </a:moveTo>
                <a:cubicBezTo>
                  <a:pt x="258" y="88559"/>
                  <a:pt x="180" y="87347"/>
                  <a:pt x="0" y="84531"/>
                </a:cubicBezTo>
                <a:moveTo>
                  <a:pt x="336" y="89770"/>
                </a:moveTo>
                <a:cubicBezTo>
                  <a:pt x="213" y="87860"/>
                  <a:pt x="91" y="85949"/>
                  <a:pt x="0" y="84531"/>
                </a:cubicBezTo>
                <a:moveTo>
                  <a:pt x="0" y="84531"/>
                </a:moveTo>
                <a:cubicBezTo>
                  <a:pt x="0" y="82546"/>
                  <a:pt x="0" y="80562"/>
                  <a:pt x="0" y="79280"/>
                </a:cubicBezTo>
                <a:moveTo>
                  <a:pt x="0" y="84531"/>
                </a:moveTo>
                <a:cubicBezTo>
                  <a:pt x="0" y="82666"/>
                  <a:pt x="0" y="80802"/>
                  <a:pt x="0" y="79280"/>
                </a:cubicBezTo>
                <a:moveTo>
                  <a:pt x="0" y="79280"/>
                </a:moveTo>
                <a:cubicBezTo>
                  <a:pt x="133" y="77206"/>
                  <a:pt x="266" y="75132"/>
                  <a:pt x="336" y="74041"/>
                </a:cubicBezTo>
                <a:moveTo>
                  <a:pt x="0" y="79280"/>
                </a:moveTo>
                <a:cubicBezTo>
                  <a:pt x="105" y="77636"/>
                  <a:pt x="211" y="75991"/>
                  <a:pt x="336" y="74041"/>
                </a:cubicBezTo>
                <a:moveTo>
                  <a:pt x="336" y="74041"/>
                </a:moveTo>
                <a:cubicBezTo>
                  <a:pt x="516" y="72643"/>
                  <a:pt x="696" y="71246"/>
                  <a:pt x="1007" y="68833"/>
                </a:cubicBezTo>
                <a:moveTo>
                  <a:pt x="336" y="74041"/>
                </a:moveTo>
                <a:cubicBezTo>
                  <a:pt x="546" y="72415"/>
                  <a:pt x="755" y="70789"/>
                  <a:pt x="1007" y="68833"/>
                </a:cubicBezTo>
                <a:moveTo>
                  <a:pt x="1007" y="68833"/>
                </a:moveTo>
                <a:cubicBezTo>
                  <a:pt x="1302" y="67320"/>
                  <a:pt x="1597" y="65807"/>
                  <a:pt x="2011" y="63680"/>
                </a:cubicBezTo>
                <a:moveTo>
                  <a:pt x="1007" y="68833"/>
                </a:moveTo>
                <a:cubicBezTo>
                  <a:pt x="1325" y="67204"/>
                  <a:pt x="1642" y="65575"/>
                  <a:pt x="2011" y="63680"/>
                </a:cubicBezTo>
                <a:moveTo>
                  <a:pt x="2011" y="63680"/>
                </a:moveTo>
                <a:cubicBezTo>
                  <a:pt x="2374" y="62295"/>
                  <a:pt x="2737" y="60911"/>
                  <a:pt x="3343" y="58601"/>
                </a:cubicBezTo>
                <a:moveTo>
                  <a:pt x="2011" y="63680"/>
                </a:moveTo>
                <a:cubicBezTo>
                  <a:pt x="2406" y="62175"/>
                  <a:pt x="2800" y="60670"/>
                  <a:pt x="3343" y="58601"/>
                </a:cubicBezTo>
                <a:moveTo>
                  <a:pt x="3343" y="58601"/>
                </a:moveTo>
                <a:cubicBezTo>
                  <a:pt x="3856" y="57056"/>
                  <a:pt x="4369" y="55511"/>
                  <a:pt x="4997" y="53618"/>
                </a:cubicBezTo>
                <a:moveTo>
                  <a:pt x="3343" y="58601"/>
                </a:moveTo>
                <a:cubicBezTo>
                  <a:pt x="3909" y="56896"/>
                  <a:pt x="4475" y="55191"/>
                  <a:pt x="4997" y="53618"/>
                </a:cubicBezTo>
                <a:moveTo>
                  <a:pt x="4997" y="53618"/>
                </a:moveTo>
                <a:cubicBezTo>
                  <a:pt x="5478" y="52430"/>
                  <a:pt x="5959" y="51243"/>
                  <a:pt x="6968" y="48751"/>
                </a:cubicBezTo>
                <a:moveTo>
                  <a:pt x="4997" y="53618"/>
                </a:moveTo>
                <a:cubicBezTo>
                  <a:pt x="5495" y="52389"/>
                  <a:pt x="5992" y="51160"/>
                  <a:pt x="6968" y="48751"/>
                </a:cubicBezTo>
                <a:moveTo>
                  <a:pt x="6968" y="48751"/>
                </a:moveTo>
                <a:cubicBezTo>
                  <a:pt x="7539" y="47565"/>
                  <a:pt x="8110" y="46379"/>
                  <a:pt x="9246" y="44021"/>
                </a:cubicBezTo>
                <a:moveTo>
                  <a:pt x="6968" y="48751"/>
                </a:moveTo>
                <a:cubicBezTo>
                  <a:pt x="7748" y="47131"/>
                  <a:pt x="8529" y="45510"/>
                  <a:pt x="9246" y="44021"/>
                </a:cubicBezTo>
                <a:moveTo>
                  <a:pt x="9246" y="44021"/>
                </a:moveTo>
                <a:cubicBezTo>
                  <a:pt x="10011" y="42663"/>
                  <a:pt x="10776" y="41304"/>
                  <a:pt x="11822" y="39446"/>
                </a:cubicBezTo>
                <a:moveTo>
                  <a:pt x="9246" y="44021"/>
                </a:moveTo>
                <a:cubicBezTo>
                  <a:pt x="9889" y="42879"/>
                  <a:pt x="10532" y="41737"/>
                  <a:pt x="11822" y="39446"/>
                </a:cubicBezTo>
                <a:moveTo>
                  <a:pt x="11822" y="39446"/>
                </a:moveTo>
                <a:cubicBezTo>
                  <a:pt x="12470" y="38451"/>
                  <a:pt x="13118" y="37456"/>
                  <a:pt x="14686" y="35046"/>
                </a:cubicBezTo>
                <a:moveTo>
                  <a:pt x="11822" y="39446"/>
                </a:moveTo>
                <a:cubicBezTo>
                  <a:pt x="12756" y="38011"/>
                  <a:pt x="13691" y="36576"/>
                  <a:pt x="14686" y="35046"/>
                </a:cubicBezTo>
                <a:moveTo>
                  <a:pt x="14686" y="35046"/>
                </a:moveTo>
                <a:cubicBezTo>
                  <a:pt x="15395" y="34096"/>
                  <a:pt x="16104" y="33146"/>
                  <a:pt x="17827" y="30838"/>
                </a:cubicBezTo>
                <a:moveTo>
                  <a:pt x="14686" y="35046"/>
                </a:moveTo>
                <a:cubicBezTo>
                  <a:pt x="15557" y="33880"/>
                  <a:pt x="16427" y="32714"/>
                  <a:pt x="17827" y="30838"/>
                </a:cubicBezTo>
                <a:moveTo>
                  <a:pt x="17827" y="30838"/>
                </a:moveTo>
                <a:cubicBezTo>
                  <a:pt x="18994" y="29467"/>
                  <a:pt x="20162" y="28095"/>
                  <a:pt x="21230" y="26840"/>
                </a:cubicBezTo>
                <a:moveTo>
                  <a:pt x="17827" y="30838"/>
                </a:moveTo>
                <a:cubicBezTo>
                  <a:pt x="18884" y="29596"/>
                  <a:pt x="19942" y="28354"/>
                  <a:pt x="21230" y="26840"/>
                </a:cubicBezTo>
                <a:moveTo>
                  <a:pt x="21230" y="26840"/>
                </a:moveTo>
                <a:cubicBezTo>
                  <a:pt x="22606" y="25419"/>
                  <a:pt x="23983" y="23998"/>
                  <a:pt x="24883" y="23069"/>
                </a:cubicBezTo>
                <a:moveTo>
                  <a:pt x="21230" y="26840"/>
                </a:moveTo>
                <a:cubicBezTo>
                  <a:pt x="22628" y="25397"/>
                  <a:pt x="24026" y="23954"/>
                  <a:pt x="24883" y="23069"/>
                </a:cubicBezTo>
                <a:moveTo>
                  <a:pt x="24883" y="23069"/>
                </a:moveTo>
                <a:cubicBezTo>
                  <a:pt x="26216" y="21858"/>
                  <a:pt x="27550" y="20646"/>
                  <a:pt x="28769" y="19539"/>
                </a:cubicBezTo>
                <a:moveTo>
                  <a:pt x="24883" y="23069"/>
                </a:moveTo>
                <a:cubicBezTo>
                  <a:pt x="26049" y="22010"/>
                  <a:pt x="27215" y="20951"/>
                  <a:pt x="28769" y="19539"/>
                </a:cubicBezTo>
                <a:moveTo>
                  <a:pt x="28769" y="19539"/>
                </a:moveTo>
                <a:cubicBezTo>
                  <a:pt x="30090" y="18485"/>
                  <a:pt x="31412" y="17432"/>
                  <a:pt x="32874" y="16265"/>
                </a:cubicBezTo>
                <a:moveTo>
                  <a:pt x="28769" y="19539"/>
                </a:moveTo>
                <a:cubicBezTo>
                  <a:pt x="30281" y="18333"/>
                  <a:pt x="31793" y="17128"/>
                  <a:pt x="32874" y="16265"/>
                </a:cubicBezTo>
                <a:moveTo>
                  <a:pt x="32874" y="16265"/>
                </a:moveTo>
                <a:cubicBezTo>
                  <a:pt x="33796" y="15622"/>
                  <a:pt x="34717" y="14980"/>
                  <a:pt x="37181" y="13261"/>
                </a:cubicBezTo>
                <a:moveTo>
                  <a:pt x="32874" y="16265"/>
                </a:moveTo>
                <a:cubicBezTo>
                  <a:pt x="34565" y="15086"/>
                  <a:pt x="36256" y="13906"/>
                  <a:pt x="37181" y="13261"/>
                </a:cubicBezTo>
                <a:moveTo>
                  <a:pt x="37181" y="13261"/>
                </a:moveTo>
                <a:cubicBezTo>
                  <a:pt x="38632" y="12381"/>
                  <a:pt x="40084" y="11501"/>
                  <a:pt x="41670" y="10540"/>
                </a:cubicBezTo>
                <a:moveTo>
                  <a:pt x="37181" y="13261"/>
                </a:moveTo>
                <a:cubicBezTo>
                  <a:pt x="38232" y="12624"/>
                  <a:pt x="39283" y="11987"/>
                  <a:pt x="41670" y="10540"/>
                </a:cubicBezTo>
                <a:moveTo>
                  <a:pt x="41670" y="10540"/>
                </a:moveTo>
                <a:cubicBezTo>
                  <a:pt x="43494" y="9588"/>
                  <a:pt x="45318" y="8637"/>
                  <a:pt x="46325" y="8111"/>
                </a:cubicBezTo>
                <a:moveTo>
                  <a:pt x="41670" y="10540"/>
                </a:moveTo>
                <a:cubicBezTo>
                  <a:pt x="43150" y="9768"/>
                  <a:pt x="44631" y="8995"/>
                  <a:pt x="46325" y="8111"/>
                </a:cubicBezTo>
                <a:moveTo>
                  <a:pt x="46325" y="8111"/>
                </a:moveTo>
                <a:cubicBezTo>
                  <a:pt x="48009" y="7366"/>
                  <a:pt x="49692" y="6621"/>
                  <a:pt x="51126" y="5986"/>
                </a:cubicBezTo>
                <a:moveTo>
                  <a:pt x="46325" y="8111"/>
                </a:moveTo>
                <a:cubicBezTo>
                  <a:pt x="48001" y="7370"/>
                  <a:pt x="49676" y="6628"/>
                  <a:pt x="51126" y="5986"/>
                </a:cubicBezTo>
                <a:moveTo>
                  <a:pt x="51126" y="5986"/>
                </a:moveTo>
                <a:cubicBezTo>
                  <a:pt x="52764" y="5383"/>
                  <a:pt x="54402" y="4781"/>
                  <a:pt x="56054" y="4173"/>
                </a:cubicBezTo>
                <a:moveTo>
                  <a:pt x="51126" y="5986"/>
                </a:moveTo>
                <a:cubicBezTo>
                  <a:pt x="52777" y="5379"/>
                  <a:pt x="54427" y="4771"/>
                  <a:pt x="56054" y="4173"/>
                </a:cubicBezTo>
                <a:moveTo>
                  <a:pt x="56054" y="4173"/>
                </a:moveTo>
                <a:cubicBezTo>
                  <a:pt x="57916" y="3620"/>
                  <a:pt x="59779" y="3067"/>
                  <a:pt x="61087" y="2679"/>
                </a:cubicBezTo>
                <a:moveTo>
                  <a:pt x="56054" y="4173"/>
                </a:moveTo>
                <a:cubicBezTo>
                  <a:pt x="57827" y="3646"/>
                  <a:pt x="59601" y="3120"/>
                  <a:pt x="61087" y="2679"/>
                </a:cubicBezTo>
                <a:moveTo>
                  <a:pt x="61087" y="2679"/>
                </a:moveTo>
                <a:cubicBezTo>
                  <a:pt x="62259" y="2411"/>
                  <a:pt x="63431" y="2144"/>
                  <a:pt x="66206" y="1510"/>
                </a:cubicBezTo>
                <a:moveTo>
                  <a:pt x="61087" y="2679"/>
                </a:moveTo>
                <a:cubicBezTo>
                  <a:pt x="62261" y="2411"/>
                  <a:pt x="63435" y="2143"/>
                  <a:pt x="66206" y="1510"/>
                </a:cubicBezTo>
                <a:moveTo>
                  <a:pt x="66206" y="1510"/>
                </a:moveTo>
                <a:cubicBezTo>
                  <a:pt x="67676" y="1273"/>
                  <a:pt x="69146" y="1035"/>
                  <a:pt x="71389" y="672"/>
                </a:cubicBezTo>
                <a:moveTo>
                  <a:pt x="66206" y="1510"/>
                </a:moveTo>
                <a:cubicBezTo>
                  <a:pt x="67560" y="1291"/>
                  <a:pt x="68914" y="1073"/>
                  <a:pt x="71389" y="672"/>
                </a:cubicBezTo>
                <a:moveTo>
                  <a:pt x="71389" y="672"/>
                </a:moveTo>
                <a:cubicBezTo>
                  <a:pt x="73085" y="509"/>
                  <a:pt x="74780" y="345"/>
                  <a:pt x="76615" y="168"/>
                </a:cubicBezTo>
                <a:moveTo>
                  <a:pt x="71389" y="672"/>
                </a:moveTo>
                <a:cubicBezTo>
                  <a:pt x="73016" y="516"/>
                  <a:pt x="74642" y="359"/>
                  <a:pt x="76615" y="168"/>
                </a:cubicBezTo>
                <a:moveTo>
                  <a:pt x="76615" y="168"/>
                </a:moveTo>
                <a:cubicBezTo>
                  <a:pt x="78454" y="109"/>
                  <a:pt x="80294" y="50"/>
                  <a:pt x="81863" y="0"/>
                </a:cubicBezTo>
                <a:moveTo>
                  <a:pt x="76615" y="168"/>
                </a:moveTo>
                <a:cubicBezTo>
                  <a:pt x="77701" y="133"/>
                  <a:pt x="78788" y="99"/>
                  <a:pt x="81863" y="0"/>
                </a:cubicBezTo>
                <a:moveTo>
                  <a:pt x="81863" y="0"/>
                </a:moveTo>
                <a:cubicBezTo>
                  <a:pt x="81863" y="0"/>
                  <a:pt x="81863" y="0"/>
                  <a:pt x="81863" y="0"/>
                </a:cubicBezTo>
                <a:moveTo>
                  <a:pt x="81863" y="0"/>
                </a:moveTo>
                <a:cubicBezTo>
                  <a:pt x="81863" y="0"/>
                  <a:pt x="81863" y="0"/>
                  <a:pt x="81863" y="0"/>
                </a:cubicBezTo>
              </a:path>
            </a:pathLst>
          </a:cu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2940434" y="321321"/>
            <a:ext cx="134409" cy="1008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開始</a:t>
            </a:r>
            <a:endParaRPr lang="en-US" sz="1200"/>
          </a:p>
        </p:txBody>
      </p:sp>
      <p:sp>
        <p:nvSpPr>
          <p:cNvPr id="24" name="Rect 24"/>
          <p:cNvSpPr/>
          <p:nvPr/>
        </p:nvSpPr>
        <p:spPr>
          <a:xfrm>
            <a:off x="2747221" y="663644"/>
            <a:ext cx="520834" cy="22681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2873229" y="726648"/>
            <a:ext cx="268818" cy="100806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擷取影像</a:t>
            </a:r>
            <a:endParaRPr lang="en-US" sz="1200"/>
          </a:p>
        </p:txBody>
      </p:sp>
      <p:sp>
        <p:nvSpPr>
          <p:cNvPr id="26" name="Rect 26"/>
          <p:cNvSpPr/>
          <p:nvPr/>
        </p:nvSpPr>
        <p:spPr>
          <a:xfrm>
            <a:off x="2446590" y="1100472"/>
            <a:ext cx="453629" cy="226815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2572598" y="1163476"/>
            <a:ext cx="201613" cy="1008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前處理</a:t>
            </a:r>
            <a:endParaRPr lang="en-US" sz="1200"/>
          </a:p>
        </p:txBody>
      </p:sp>
      <p:sp>
        <p:nvSpPr>
          <p:cNvPr id="28" name="Rect 28"/>
          <p:cNvSpPr/>
          <p:nvPr/>
        </p:nvSpPr>
        <p:spPr>
          <a:xfrm>
            <a:off x="2261679" y="1537301"/>
            <a:ext cx="823451" cy="226815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2374849" y="1600305"/>
            <a:ext cx="597111" cy="1008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ncnn + Vulkan 推論</a:t>
            </a:r>
            <a:endParaRPr lang="en-US" sz="1200"/>
          </a:p>
        </p:txBody>
      </p:sp>
      <p:sp>
        <p:nvSpPr>
          <p:cNvPr id="30" name="Rect 30"/>
          <p:cNvSpPr/>
          <p:nvPr/>
        </p:nvSpPr>
        <p:spPr>
          <a:xfrm>
            <a:off x="2157919" y="1974130"/>
            <a:ext cx="1030971" cy="22681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2253881" y="2037134"/>
            <a:ext cx="839047" cy="100806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YOLO Decode / Mask 還原</a:t>
            </a:r>
            <a:endParaRPr lang="en-US" sz="1200"/>
          </a:p>
        </p:txBody>
      </p:sp>
      <p:sp>
        <p:nvSpPr>
          <p:cNvPr id="32" name="Polygon 32"/>
          <p:cNvSpPr/>
          <p:nvPr/>
        </p:nvSpPr>
        <p:spPr>
          <a:xfrm>
            <a:off x="2348146" y="2410958"/>
            <a:ext cx="654718" cy="654718"/>
          </a:xfrm>
          <a:custGeom>
            <a:avLst/>
            <a:gdLst/>
            <a:ahLst/>
            <a:cxnLst/>
            <a:rect l="0" t="0" r="654718" b="654718"/>
            <a:pathLst>
              <a:path w="654718" h="654718">
                <a:moveTo>
                  <a:pt x="327359" y="654718"/>
                </a:moveTo>
                <a:lnTo>
                  <a:pt x="654718" y="327359"/>
                </a:lnTo>
                <a:lnTo>
                  <a:pt x="327359" y="0"/>
                </a:lnTo>
                <a:lnTo>
                  <a:pt x="0" y="327359"/>
                </a:lnTo>
                <a:close/>
              </a:path>
            </a:pathLst>
          </a:cu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2459453" y="2687914"/>
            <a:ext cx="427903" cy="100806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是否符合條件?</a:t>
            </a:r>
            <a:endParaRPr lang="en-US" sz="1200"/>
          </a:p>
        </p:txBody>
      </p:sp>
      <p:sp>
        <p:nvSpPr>
          <p:cNvPr id="34" name="Rect 34"/>
          <p:cNvSpPr/>
          <p:nvPr/>
        </p:nvSpPr>
        <p:spPr>
          <a:xfrm>
            <a:off x="1991762" y="4686983"/>
            <a:ext cx="490645" cy="22681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2117770" y="4749987"/>
            <a:ext cx="238629" cy="100806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標記 OK</a:t>
            </a:r>
            <a:endParaRPr lang="en-US" sz="1200"/>
          </a:p>
        </p:txBody>
      </p:sp>
      <p:sp>
        <p:nvSpPr>
          <p:cNvPr id="36" name="Rect 36"/>
          <p:cNvSpPr/>
          <p:nvPr/>
        </p:nvSpPr>
        <p:spPr>
          <a:xfrm>
            <a:off x="2862204" y="3376497"/>
            <a:ext cx="495042" cy="22681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2988212" y="3439501"/>
            <a:ext cx="243025" cy="100806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標記 NG</a:t>
            </a:r>
            <a:endParaRPr lang="en-US" sz="1200"/>
          </a:p>
        </p:txBody>
      </p:sp>
      <p:sp>
        <p:nvSpPr>
          <p:cNvPr id="38" name="Rect 38"/>
          <p:cNvSpPr/>
          <p:nvPr/>
        </p:nvSpPr>
        <p:spPr>
          <a:xfrm>
            <a:off x="2266634" y="5123811"/>
            <a:ext cx="813541" cy="226815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9" name="Text 39"/>
          <p:cNvSpPr txBox="1"/>
          <p:nvPr/>
        </p:nvSpPr>
        <p:spPr>
          <a:xfrm>
            <a:off x="2392642" y="5186815"/>
            <a:ext cx="561525" cy="1008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寫入結果 / UI 顯示</a:t>
            </a:r>
            <a:endParaRPr lang="en-US" sz="1200"/>
          </a:p>
        </p:txBody>
      </p:sp>
      <p:sp>
        <p:nvSpPr>
          <p:cNvPr id="40" name="Rect 40"/>
          <p:cNvSpPr/>
          <p:nvPr/>
        </p:nvSpPr>
        <p:spPr>
          <a:xfrm>
            <a:off x="2625216" y="3813325"/>
            <a:ext cx="969017" cy="226815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2751225" y="3876329"/>
            <a:ext cx="717000" cy="1008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產生 EtherCAT 控制命令</a:t>
            </a:r>
            <a:endParaRPr lang="en-US" sz="1200"/>
          </a:p>
        </p:txBody>
      </p:sp>
      <p:sp>
        <p:nvSpPr>
          <p:cNvPr id="42" name="Rect 42"/>
          <p:cNvSpPr/>
          <p:nvPr/>
        </p:nvSpPr>
        <p:spPr>
          <a:xfrm>
            <a:off x="2588267" y="4250154"/>
            <a:ext cx="1042915" cy="226815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2646182" y="4313158"/>
            <a:ext cx="927085" cy="1008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控制 IO / Servo / Actuator</a:t>
            </a:r>
            <a:endParaRPr lang="en-US" sz="1200"/>
          </a:p>
        </p:txBody>
      </p:sp>
      <p:sp>
        <p:nvSpPr>
          <p:cNvPr id="44" name="Rect 44"/>
          <p:cNvSpPr/>
          <p:nvPr/>
        </p:nvSpPr>
        <p:spPr>
          <a:xfrm>
            <a:off x="2692421" y="4686983"/>
            <a:ext cx="834608" cy="22681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2817890" y="4749987"/>
            <a:ext cx="583670" cy="100806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讀取 EtherCAT 回授</a:t>
            </a:r>
            <a:endParaRPr lang="en-US" sz="1200"/>
          </a:p>
        </p:txBody>
      </p:sp>
      <p:sp>
        <p:nvSpPr>
          <p:cNvPr id="46" name="Polygon 46"/>
          <p:cNvSpPr/>
          <p:nvPr/>
        </p:nvSpPr>
        <p:spPr>
          <a:xfrm>
            <a:off x="2749584" y="5560640"/>
            <a:ext cx="520309" cy="520309"/>
          </a:xfrm>
          <a:custGeom>
            <a:avLst/>
            <a:gdLst/>
            <a:ahLst/>
            <a:cxnLst/>
            <a:rect l="0" t="0" r="520309" b="520309"/>
            <a:pathLst>
              <a:path w="520309" h="520309">
                <a:moveTo>
                  <a:pt x="260154" y="520309"/>
                </a:moveTo>
                <a:lnTo>
                  <a:pt x="520309" y="260154"/>
                </a:lnTo>
                <a:lnTo>
                  <a:pt x="260154" y="0"/>
                </a:lnTo>
                <a:lnTo>
                  <a:pt x="0" y="260154"/>
                </a:lnTo>
                <a:close/>
              </a:path>
            </a:pathLst>
          </a:cu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2860891" y="5770391"/>
            <a:ext cx="293494" cy="1008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繼續檢測?</a:t>
            </a:r>
            <a:endParaRPr lang="en-US" sz="1200"/>
          </a:p>
        </p:txBody>
      </p:sp>
      <p:sp>
        <p:nvSpPr>
          <p:cNvPr id="48" name="Path 48"/>
          <p:cNvSpPr/>
          <p:nvPr/>
        </p:nvSpPr>
        <p:spPr>
          <a:xfrm>
            <a:off x="2888498" y="6391769"/>
            <a:ext cx="238281" cy="163811"/>
          </a:xfrm>
          <a:custGeom>
            <a:avLst/>
            <a:gdLst/>
            <a:ahLst/>
            <a:cxnLst/>
            <a:rect l="0" t="0" r="238281" b="163811"/>
            <a:pathLst>
              <a:path w="238281" h="163811">
                <a:moveTo>
                  <a:pt x="81863" y="0"/>
                </a:moveTo>
                <a:cubicBezTo>
                  <a:pt x="111492" y="0"/>
                  <a:pt x="141121" y="0"/>
                  <a:pt x="156418" y="0"/>
                </a:cubicBezTo>
                <a:cubicBezTo>
                  <a:pt x="156418" y="0"/>
                  <a:pt x="156418" y="0"/>
                  <a:pt x="156418" y="0"/>
                </a:cubicBezTo>
                <a:cubicBezTo>
                  <a:pt x="158190" y="57"/>
                  <a:pt x="159962" y="114"/>
                  <a:pt x="161665" y="169"/>
                </a:cubicBezTo>
                <a:cubicBezTo>
                  <a:pt x="163403" y="336"/>
                  <a:pt x="165140" y="504"/>
                  <a:pt x="166892" y="673"/>
                </a:cubicBezTo>
                <a:cubicBezTo>
                  <a:pt x="168946" y="1005"/>
                  <a:pt x="171001" y="1337"/>
                  <a:pt x="172075" y="1511"/>
                </a:cubicBezTo>
                <a:cubicBezTo>
                  <a:pt x="173585" y="1856"/>
                  <a:pt x="175095" y="2200"/>
                  <a:pt x="177193" y="2679"/>
                </a:cubicBezTo>
                <a:cubicBezTo>
                  <a:pt x="178814" y="3160"/>
                  <a:pt x="180435" y="3641"/>
                  <a:pt x="182227" y="4173"/>
                </a:cubicBezTo>
                <a:cubicBezTo>
                  <a:pt x="183363" y="4591"/>
                  <a:pt x="184499" y="5009"/>
                  <a:pt x="187154" y="5986"/>
                </a:cubicBezTo>
                <a:cubicBezTo>
                  <a:pt x="188780" y="6706"/>
                  <a:pt x="190405" y="7426"/>
                  <a:pt x="191955" y="8112"/>
                </a:cubicBezTo>
                <a:cubicBezTo>
                  <a:pt x="193534" y="8935"/>
                  <a:pt x="195113" y="9759"/>
                  <a:pt x="196610" y="10540"/>
                </a:cubicBezTo>
                <a:cubicBezTo>
                  <a:pt x="198057" y="11417"/>
                  <a:pt x="199505" y="12295"/>
                  <a:pt x="201100" y="13262"/>
                </a:cubicBezTo>
                <a:cubicBezTo>
                  <a:pt x="202736" y="14403"/>
                  <a:pt x="204372" y="15544"/>
                  <a:pt x="205406" y="16266"/>
                </a:cubicBezTo>
                <a:cubicBezTo>
                  <a:pt x="206361" y="17027"/>
                  <a:pt x="207316" y="17789"/>
                  <a:pt x="209511" y="19539"/>
                </a:cubicBezTo>
                <a:cubicBezTo>
                  <a:pt x="210856" y="20761"/>
                  <a:pt x="212202" y="21983"/>
                  <a:pt x="213398" y="23069"/>
                </a:cubicBezTo>
                <a:cubicBezTo>
                  <a:pt x="214156" y="23852"/>
                  <a:pt x="214914" y="24635"/>
                  <a:pt x="217050" y="26841"/>
                </a:cubicBezTo>
                <a:cubicBezTo>
                  <a:pt x="218313" y="28324"/>
                  <a:pt x="219575" y="29807"/>
                  <a:pt x="220454" y="30839"/>
                </a:cubicBezTo>
                <a:cubicBezTo>
                  <a:pt x="221617" y="32397"/>
                  <a:pt x="222780" y="33955"/>
                  <a:pt x="223594" y="35046"/>
                </a:cubicBezTo>
                <a:cubicBezTo>
                  <a:pt x="224574" y="36551"/>
                  <a:pt x="225553" y="38055"/>
                  <a:pt x="226458" y="39447"/>
                </a:cubicBezTo>
                <a:cubicBezTo>
                  <a:pt x="227469" y="41242"/>
                  <a:pt x="228480" y="43036"/>
                  <a:pt x="229035" y="44021"/>
                </a:cubicBezTo>
                <a:cubicBezTo>
                  <a:pt x="229895" y="45807"/>
                  <a:pt x="230755" y="47593"/>
                  <a:pt x="231313" y="48752"/>
                </a:cubicBezTo>
                <a:cubicBezTo>
                  <a:pt x="231910" y="50226"/>
                  <a:pt x="232507" y="51701"/>
                  <a:pt x="233283" y="53619"/>
                </a:cubicBezTo>
                <a:cubicBezTo>
                  <a:pt x="233853" y="55336"/>
                  <a:pt x="234423" y="57053"/>
                  <a:pt x="234938" y="58601"/>
                </a:cubicBezTo>
                <a:cubicBezTo>
                  <a:pt x="235424" y="60454"/>
                  <a:pt x="235909" y="62306"/>
                  <a:pt x="236270" y="63680"/>
                </a:cubicBezTo>
                <a:cubicBezTo>
                  <a:pt x="236572" y="65231"/>
                  <a:pt x="236873" y="66781"/>
                  <a:pt x="237273" y="68834"/>
                </a:cubicBezTo>
                <a:cubicBezTo>
                  <a:pt x="237466" y="70326"/>
                  <a:pt x="237658" y="71818"/>
                  <a:pt x="237945" y="74041"/>
                </a:cubicBezTo>
                <a:cubicBezTo>
                  <a:pt x="238025" y="75295"/>
                  <a:pt x="238106" y="76548"/>
                  <a:pt x="238281" y="79281"/>
                </a:cubicBezTo>
                <a:cubicBezTo>
                  <a:pt x="238281" y="80674"/>
                  <a:pt x="238281" y="82067"/>
                  <a:pt x="238281" y="84531"/>
                </a:cubicBezTo>
                <a:cubicBezTo>
                  <a:pt x="238190" y="85941"/>
                  <a:pt x="238100" y="87350"/>
                  <a:pt x="237945" y="89771"/>
                </a:cubicBezTo>
                <a:cubicBezTo>
                  <a:pt x="237750" y="91279"/>
                  <a:pt x="237556" y="92787"/>
                  <a:pt x="237273" y="94978"/>
                </a:cubicBezTo>
                <a:cubicBezTo>
                  <a:pt x="236944" y="96669"/>
                  <a:pt x="236614" y="98360"/>
                  <a:pt x="236270" y="100131"/>
                </a:cubicBezTo>
                <a:cubicBezTo>
                  <a:pt x="235764" y="102058"/>
                  <a:pt x="235259" y="103984"/>
                  <a:pt x="234938" y="105210"/>
                </a:cubicBezTo>
                <a:cubicBezTo>
                  <a:pt x="234540" y="106408"/>
                  <a:pt x="234142" y="107607"/>
                  <a:pt x="233283" y="110193"/>
                </a:cubicBezTo>
                <a:cubicBezTo>
                  <a:pt x="232505" y="112115"/>
                  <a:pt x="231727" y="114036"/>
                  <a:pt x="231313" y="115060"/>
                </a:cubicBezTo>
                <a:cubicBezTo>
                  <a:pt x="230613" y="116514"/>
                  <a:pt x="229912" y="117969"/>
                  <a:pt x="229035" y="119790"/>
                </a:cubicBezTo>
                <a:cubicBezTo>
                  <a:pt x="228250" y="121185"/>
                  <a:pt x="227464" y="122579"/>
                  <a:pt x="226458" y="124365"/>
                </a:cubicBezTo>
                <a:cubicBezTo>
                  <a:pt x="225330" y="126098"/>
                  <a:pt x="224202" y="127831"/>
                  <a:pt x="223594" y="128765"/>
                </a:cubicBezTo>
                <a:cubicBezTo>
                  <a:pt x="222446" y="130304"/>
                  <a:pt x="221298" y="131842"/>
                  <a:pt x="220454" y="132973"/>
                </a:cubicBezTo>
                <a:cubicBezTo>
                  <a:pt x="219163" y="134490"/>
                  <a:pt x="217871" y="136007"/>
                  <a:pt x="217050" y="136971"/>
                </a:cubicBezTo>
                <a:cubicBezTo>
                  <a:pt x="216169" y="137881"/>
                  <a:pt x="215288" y="138791"/>
                  <a:pt x="213398" y="140742"/>
                </a:cubicBezTo>
                <a:cubicBezTo>
                  <a:pt x="211888" y="142114"/>
                  <a:pt x="210378" y="143485"/>
                  <a:pt x="209511" y="144272"/>
                </a:cubicBezTo>
                <a:cubicBezTo>
                  <a:pt x="208629" y="144975"/>
                  <a:pt x="207748" y="145678"/>
                  <a:pt x="205406" y="147546"/>
                </a:cubicBezTo>
                <a:cubicBezTo>
                  <a:pt x="203960" y="148555"/>
                  <a:pt x="202514" y="149563"/>
                  <a:pt x="201100" y="150550"/>
                </a:cubicBezTo>
                <a:cubicBezTo>
                  <a:pt x="200088" y="151163"/>
                  <a:pt x="199076" y="151777"/>
                  <a:pt x="196610" y="153271"/>
                </a:cubicBezTo>
                <a:cubicBezTo>
                  <a:pt x="194913" y="154157"/>
                  <a:pt x="193215" y="155043"/>
                  <a:pt x="191955" y="155700"/>
                </a:cubicBezTo>
                <a:cubicBezTo>
                  <a:pt x="190112" y="156516"/>
                  <a:pt x="188269" y="157332"/>
                  <a:pt x="187154" y="157825"/>
                </a:cubicBezTo>
                <a:cubicBezTo>
                  <a:pt x="185970" y="158261"/>
                  <a:pt x="184785" y="158697"/>
                  <a:pt x="182227" y="159639"/>
                </a:cubicBezTo>
                <a:cubicBezTo>
                  <a:pt x="181075" y="159981"/>
                  <a:pt x="179922" y="160322"/>
                  <a:pt x="177193" y="161132"/>
                </a:cubicBezTo>
                <a:cubicBezTo>
                  <a:pt x="175701" y="161473"/>
                  <a:pt x="174209" y="161814"/>
                  <a:pt x="172075" y="162301"/>
                </a:cubicBezTo>
                <a:cubicBezTo>
                  <a:pt x="171015" y="162472"/>
                  <a:pt x="169955" y="162643"/>
                  <a:pt x="166892" y="163139"/>
                </a:cubicBezTo>
                <a:cubicBezTo>
                  <a:pt x="164946" y="163326"/>
                  <a:pt x="163000" y="163514"/>
                  <a:pt x="161665" y="163643"/>
                </a:cubicBezTo>
                <a:cubicBezTo>
                  <a:pt x="160190" y="163690"/>
                  <a:pt x="158715" y="163737"/>
                  <a:pt x="156418" y="163811"/>
                </a:cubicBezTo>
                <a:cubicBezTo>
                  <a:pt x="156418" y="163811"/>
                  <a:pt x="156418" y="163811"/>
                  <a:pt x="156418" y="163811"/>
                </a:cubicBezTo>
                <a:cubicBezTo>
                  <a:pt x="134543" y="163811"/>
                  <a:pt x="112667" y="163811"/>
                  <a:pt x="81863" y="163811"/>
                </a:cubicBezTo>
                <a:cubicBezTo>
                  <a:pt x="80395" y="163764"/>
                  <a:pt x="78927" y="163717"/>
                  <a:pt x="76615" y="163643"/>
                </a:cubicBezTo>
                <a:cubicBezTo>
                  <a:pt x="75087" y="163495"/>
                  <a:pt x="73558" y="163348"/>
                  <a:pt x="71389" y="163139"/>
                </a:cubicBezTo>
                <a:cubicBezTo>
                  <a:pt x="69619" y="162853"/>
                  <a:pt x="67849" y="162566"/>
                  <a:pt x="66206" y="162301"/>
                </a:cubicBezTo>
                <a:cubicBezTo>
                  <a:pt x="64981" y="162021"/>
                  <a:pt x="63756" y="161742"/>
                  <a:pt x="61087" y="161132"/>
                </a:cubicBezTo>
                <a:cubicBezTo>
                  <a:pt x="60043" y="160822"/>
                  <a:pt x="58998" y="160512"/>
                  <a:pt x="56054" y="159639"/>
                </a:cubicBezTo>
                <a:cubicBezTo>
                  <a:pt x="54380" y="159023"/>
                  <a:pt x="52707" y="158407"/>
                  <a:pt x="51126" y="157825"/>
                </a:cubicBezTo>
                <a:cubicBezTo>
                  <a:pt x="50066" y="157356"/>
                  <a:pt x="49007" y="156887"/>
                  <a:pt x="46325" y="155700"/>
                </a:cubicBezTo>
                <a:cubicBezTo>
                  <a:pt x="45301" y="155166"/>
                  <a:pt x="44277" y="154631"/>
                  <a:pt x="41670" y="153271"/>
                </a:cubicBezTo>
                <a:cubicBezTo>
                  <a:pt x="39886" y="152190"/>
                  <a:pt x="38102" y="151108"/>
                  <a:pt x="37181" y="150550"/>
                </a:cubicBezTo>
                <a:cubicBezTo>
                  <a:pt x="35575" y="149430"/>
                  <a:pt x="33969" y="148310"/>
                  <a:pt x="32874" y="147546"/>
                </a:cubicBezTo>
                <a:cubicBezTo>
                  <a:pt x="31421" y="146387"/>
                  <a:pt x="29967" y="145227"/>
                  <a:pt x="28769" y="144272"/>
                </a:cubicBezTo>
                <a:cubicBezTo>
                  <a:pt x="27569" y="143182"/>
                  <a:pt x="26368" y="142092"/>
                  <a:pt x="24883" y="140742"/>
                </a:cubicBezTo>
                <a:cubicBezTo>
                  <a:pt x="23693" y="139514"/>
                  <a:pt x="22503" y="138285"/>
                  <a:pt x="21230" y="136971"/>
                </a:cubicBezTo>
                <a:cubicBezTo>
                  <a:pt x="20405" y="136001"/>
                  <a:pt x="19579" y="135031"/>
                  <a:pt x="17827" y="132973"/>
                </a:cubicBezTo>
                <a:cubicBezTo>
                  <a:pt x="16893" y="131722"/>
                  <a:pt x="15959" y="130471"/>
                  <a:pt x="14686" y="128765"/>
                </a:cubicBezTo>
                <a:cubicBezTo>
                  <a:pt x="13580" y="127065"/>
                  <a:pt x="12473" y="125365"/>
                  <a:pt x="11822" y="124365"/>
                </a:cubicBezTo>
                <a:cubicBezTo>
                  <a:pt x="10934" y="122789"/>
                  <a:pt x="10047" y="121212"/>
                  <a:pt x="9246" y="119790"/>
                </a:cubicBezTo>
                <a:cubicBezTo>
                  <a:pt x="8636" y="118525"/>
                  <a:pt x="8027" y="117259"/>
                  <a:pt x="6968" y="115060"/>
                </a:cubicBezTo>
                <a:cubicBezTo>
                  <a:pt x="6410" y="113683"/>
                  <a:pt x="5852" y="112305"/>
                  <a:pt x="4997" y="110193"/>
                </a:cubicBezTo>
                <a:cubicBezTo>
                  <a:pt x="4636" y="109105"/>
                  <a:pt x="4274" y="108016"/>
                  <a:pt x="3343" y="105210"/>
                </a:cubicBezTo>
                <a:cubicBezTo>
                  <a:pt x="2979" y="103823"/>
                  <a:pt x="2615" y="102437"/>
                  <a:pt x="2011" y="100131"/>
                </a:cubicBezTo>
                <a:cubicBezTo>
                  <a:pt x="1710" y="98585"/>
                  <a:pt x="1409" y="97039"/>
                  <a:pt x="1007" y="94978"/>
                </a:cubicBezTo>
                <a:cubicBezTo>
                  <a:pt x="856" y="93803"/>
                  <a:pt x="704" y="92629"/>
                  <a:pt x="336" y="89771"/>
                </a:cubicBezTo>
                <a:cubicBezTo>
                  <a:pt x="262" y="88621"/>
                  <a:pt x="188" y="87472"/>
                  <a:pt x="0" y="84531"/>
                </a:cubicBezTo>
                <a:cubicBezTo>
                  <a:pt x="0" y="83395"/>
                  <a:pt x="0" y="82259"/>
                  <a:pt x="0" y="79281"/>
                </a:cubicBezTo>
                <a:cubicBezTo>
                  <a:pt x="107" y="77601"/>
                  <a:pt x="215" y="75922"/>
                  <a:pt x="336" y="74041"/>
                </a:cubicBezTo>
                <a:cubicBezTo>
                  <a:pt x="568" y="72241"/>
                  <a:pt x="800" y="70442"/>
                  <a:pt x="1007" y="68834"/>
                </a:cubicBezTo>
                <a:cubicBezTo>
                  <a:pt x="1361" y="67017"/>
                  <a:pt x="1715" y="65201"/>
                  <a:pt x="2011" y="63680"/>
                </a:cubicBezTo>
                <a:cubicBezTo>
                  <a:pt x="2376" y="62288"/>
                  <a:pt x="2741" y="60895"/>
                  <a:pt x="3343" y="58601"/>
                </a:cubicBezTo>
                <a:cubicBezTo>
                  <a:pt x="3893" y="56944"/>
                  <a:pt x="4443" y="55287"/>
                  <a:pt x="4997" y="53619"/>
                </a:cubicBezTo>
                <a:cubicBezTo>
                  <a:pt x="5592" y="52149"/>
                  <a:pt x="6187" y="50679"/>
                  <a:pt x="6968" y="48752"/>
                </a:cubicBezTo>
                <a:cubicBezTo>
                  <a:pt x="7487" y="47673"/>
                  <a:pt x="8007" y="46594"/>
                  <a:pt x="9246" y="44021"/>
                </a:cubicBezTo>
                <a:cubicBezTo>
                  <a:pt x="9950" y="42771"/>
                  <a:pt x="10654" y="41520"/>
                  <a:pt x="11822" y="39447"/>
                </a:cubicBezTo>
                <a:cubicBezTo>
                  <a:pt x="12589" y="38268"/>
                  <a:pt x="13356" y="37089"/>
                  <a:pt x="14686" y="35046"/>
                </a:cubicBezTo>
                <a:cubicBezTo>
                  <a:pt x="15526" y="33921"/>
                  <a:pt x="16366" y="32795"/>
                  <a:pt x="17827" y="30839"/>
                </a:cubicBezTo>
                <a:cubicBezTo>
                  <a:pt x="18663" y="29856"/>
                  <a:pt x="19500" y="28873"/>
                  <a:pt x="21230" y="26841"/>
                </a:cubicBezTo>
                <a:cubicBezTo>
                  <a:pt x="22133" y="25908"/>
                  <a:pt x="23036" y="24976"/>
                  <a:pt x="24883" y="23069"/>
                </a:cubicBezTo>
                <a:cubicBezTo>
                  <a:pt x="25896" y="22149"/>
                  <a:pt x="26908" y="21229"/>
                  <a:pt x="28769" y="19539"/>
                </a:cubicBezTo>
                <a:cubicBezTo>
                  <a:pt x="30282" y="18333"/>
                  <a:pt x="31794" y="17127"/>
                  <a:pt x="32874" y="16266"/>
                </a:cubicBezTo>
                <a:cubicBezTo>
                  <a:pt x="34433" y="15179"/>
                  <a:pt x="35991" y="14092"/>
                  <a:pt x="37181" y="13262"/>
                </a:cubicBezTo>
                <a:cubicBezTo>
                  <a:pt x="38962" y="12182"/>
                  <a:pt x="40743" y="11102"/>
                  <a:pt x="41670" y="10540"/>
                </a:cubicBezTo>
                <a:cubicBezTo>
                  <a:pt x="43171" y="9757"/>
                  <a:pt x="44672" y="8974"/>
                  <a:pt x="46325" y="8112"/>
                </a:cubicBezTo>
                <a:cubicBezTo>
                  <a:pt x="47476" y="7602"/>
                  <a:pt x="48626" y="7093"/>
                  <a:pt x="51126" y="5986"/>
                </a:cubicBezTo>
                <a:cubicBezTo>
                  <a:pt x="52643" y="5428"/>
                  <a:pt x="54159" y="4870"/>
                  <a:pt x="56054" y="4173"/>
                </a:cubicBezTo>
                <a:cubicBezTo>
                  <a:pt x="57072" y="3871"/>
                  <a:pt x="58091" y="3568"/>
                  <a:pt x="61087" y="2679"/>
                </a:cubicBezTo>
                <a:cubicBezTo>
                  <a:pt x="62173" y="2431"/>
                  <a:pt x="63258" y="2184"/>
                  <a:pt x="66206" y="1511"/>
                </a:cubicBezTo>
                <a:cubicBezTo>
                  <a:pt x="67653" y="1277"/>
                  <a:pt x="69099" y="1043"/>
                  <a:pt x="71389" y="673"/>
                </a:cubicBezTo>
                <a:cubicBezTo>
                  <a:pt x="73014" y="516"/>
                  <a:pt x="74640" y="359"/>
                  <a:pt x="76615" y="169"/>
                </a:cubicBezTo>
                <a:cubicBezTo>
                  <a:pt x="77858" y="129"/>
                  <a:pt x="79102" y="89"/>
                  <a:pt x="81863" y="0"/>
                </a:cubicBezTo>
                <a:cubicBezTo>
                  <a:pt x="81863" y="0"/>
                  <a:pt x="81863" y="0"/>
                  <a:pt x="81863" y="0"/>
                </a:cubicBezTo>
              </a:path>
            </a:pathLst>
          </a:cu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49" name="Path 49"/>
          <p:cNvSpPr/>
          <p:nvPr/>
        </p:nvSpPr>
        <p:spPr>
          <a:xfrm>
            <a:off x="2888498" y="6391769"/>
            <a:ext cx="238281" cy="163811"/>
          </a:xfrm>
          <a:custGeom>
            <a:avLst/>
            <a:gdLst/>
            <a:ahLst/>
            <a:cxnLst/>
            <a:rect l="0" t="0" r="238281" b="163811"/>
            <a:pathLst>
              <a:path w="238281" h="163811">
                <a:moveTo>
                  <a:pt x="81863" y="0"/>
                </a:moveTo>
                <a:cubicBezTo>
                  <a:pt x="103613" y="0"/>
                  <a:pt x="125363" y="0"/>
                  <a:pt x="156418" y="0"/>
                </a:cubicBezTo>
                <a:moveTo>
                  <a:pt x="81863" y="0"/>
                </a:moveTo>
                <a:cubicBezTo>
                  <a:pt x="104799" y="0"/>
                  <a:pt x="127735" y="0"/>
                  <a:pt x="156418" y="0"/>
                </a:cubicBezTo>
                <a:moveTo>
                  <a:pt x="156418" y="0"/>
                </a:moveTo>
                <a:cubicBezTo>
                  <a:pt x="156418" y="0"/>
                  <a:pt x="156418" y="0"/>
                  <a:pt x="156418" y="0"/>
                </a:cubicBezTo>
                <a:moveTo>
                  <a:pt x="156418" y="0"/>
                </a:moveTo>
                <a:cubicBezTo>
                  <a:pt x="156418" y="0"/>
                  <a:pt x="156418" y="0"/>
                  <a:pt x="156418" y="0"/>
                </a:cubicBezTo>
                <a:moveTo>
                  <a:pt x="156418" y="0"/>
                </a:moveTo>
                <a:cubicBezTo>
                  <a:pt x="158419" y="65"/>
                  <a:pt x="160421" y="129"/>
                  <a:pt x="161665" y="169"/>
                </a:cubicBezTo>
                <a:moveTo>
                  <a:pt x="156418" y="0"/>
                </a:moveTo>
                <a:cubicBezTo>
                  <a:pt x="158125" y="55"/>
                  <a:pt x="159832" y="110"/>
                  <a:pt x="161665" y="169"/>
                </a:cubicBezTo>
                <a:moveTo>
                  <a:pt x="161665" y="169"/>
                </a:moveTo>
                <a:cubicBezTo>
                  <a:pt x="163494" y="345"/>
                  <a:pt x="165322" y="521"/>
                  <a:pt x="166892" y="673"/>
                </a:cubicBezTo>
                <a:moveTo>
                  <a:pt x="161665" y="169"/>
                </a:moveTo>
                <a:cubicBezTo>
                  <a:pt x="162940" y="292"/>
                  <a:pt x="164214" y="415"/>
                  <a:pt x="166892" y="673"/>
                </a:cubicBezTo>
                <a:moveTo>
                  <a:pt x="166892" y="673"/>
                </a:moveTo>
                <a:cubicBezTo>
                  <a:pt x="168083" y="866"/>
                  <a:pt x="169275" y="1058"/>
                  <a:pt x="172075" y="1511"/>
                </a:cubicBezTo>
                <a:moveTo>
                  <a:pt x="166892" y="673"/>
                </a:moveTo>
                <a:cubicBezTo>
                  <a:pt x="168846" y="989"/>
                  <a:pt x="170801" y="1305"/>
                  <a:pt x="172075" y="1511"/>
                </a:cubicBezTo>
                <a:moveTo>
                  <a:pt x="172075" y="1511"/>
                </a:moveTo>
                <a:cubicBezTo>
                  <a:pt x="173530" y="1843"/>
                  <a:pt x="174986" y="2175"/>
                  <a:pt x="177193" y="2679"/>
                </a:cubicBezTo>
                <a:moveTo>
                  <a:pt x="172075" y="1511"/>
                </a:moveTo>
                <a:cubicBezTo>
                  <a:pt x="173375" y="1808"/>
                  <a:pt x="174676" y="2105"/>
                  <a:pt x="177193" y="2679"/>
                </a:cubicBezTo>
                <a:moveTo>
                  <a:pt x="177193" y="2679"/>
                </a:moveTo>
                <a:cubicBezTo>
                  <a:pt x="179124" y="3252"/>
                  <a:pt x="181054" y="3825"/>
                  <a:pt x="182227" y="4173"/>
                </a:cubicBezTo>
                <a:moveTo>
                  <a:pt x="177193" y="2679"/>
                </a:moveTo>
                <a:cubicBezTo>
                  <a:pt x="178285" y="3003"/>
                  <a:pt x="179377" y="3327"/>
                  <a:pt x="182227" y="4173"/>
                </a:cubicBezTo>
                <a:moveTo>
                  <a:pt x="182227" y="4173"/>
                </a:moveTo>
                <a:cubicBezTo>
                  <a:pt x="183746" y="4732"/>
                  <a:pt x="185265" y="5291"/>
                  <a:pt x="187154" y="5986"/>
                </a:cubicBezTo>
                <a:moveTo>
                  <a:pt x="182227" y="4173"/>
                </a:moveTo>
                <a:cubicBezTo>
                  <a:pt x="184101" y="4863"/>
                  <a:pt x="185975" y="5552"/>
                  <a:pt x="187154" y="5986"/>
                </a:cubicBezTo>
                <a:moveTo>
                  <a:pt x="187154" y="5986"/>
                </a:moveTo>
                <a:cubicBezTo>
                  <a:pt x="188402" y="6539"/>
                  <a:pt x="189651" y="7092"/>
                  <a:pt x="191955" y="8112"/>
                </a:cubicBezTo>
                <a:moveTo>
                  <a:pt x="187154" y="5986"/>
                </a:moveTo>
                <a:cubicBezTo>
                  <a:pt x="188689" y="6666"/>
                  <a:pt x="190225" y="7346"/>
                  <a:pt x="191955" y="8112"/>
                </a:cubicBezTo>
                <a:moveTo>
                  <a:pt x="191955" y="8112"/>
                </a:moveTo>
                <a:cubicBezTo>
                  <a:pt x="193751" y="9049"/>
                  <a:pt x="195548" y="9986"/>
                  <a:pt x="196610" y="10540"/>
                </a:cubicBezTo>
                <a:moveTo>
                  <a:pt x="191955" y="8112"/>
                </a:moveTo>
                <a:cubicBezTo>
                  <a:pt x="193185" y="8753"/>
                  <a:pt x="194415" y="9395"/>
                  <a:pt x="196610" y="10540"/>
                </a:cubicBezTo>
                <a:moveTo>
                  <a:pt x="196610" y="10540"/>
                </a:moveTo>
                <a:cubicBezTo>
                  <a:pt x="198309" y="11570"/>
                  <a:pt x="200008" y="12600"/>
                  <a:pt x="201100" y="13262"/>
                </a:cubicBezTo>
                <a:moveTo>
                  <a:pt x="196610" y="10540"/>
                </a:moveTo>
                <a:cubicBezTo>
                  <a:pt x="198086" y="11435"/>
                  <a:pt x="199562" y="12330"/>
                  <a:pt x="201100" y="13262"/>
                </a:cubicBezTo>
                <a:moveTo>
                  <a:pt x="201100" y="13262"/>
                </a:moveTo>
                <a:cubicBezTo>
                  <a:pt x="202144" y="13990"/>
                  <a:pt x="203187" y="14718"/>
                  <a:pt x="205406" y="16266"/>
                </a:cubicBezTo>
                <a:moveTo>
                  <a:pt x="201100" y="13262"/>
                </a:moveTo>
                <a:cubicBezTo>
                  <a:pt x="202406" y="14173"/>
                  <a:pt x="203712" y="15084"/>
                  <a:pt x="205406" y="16266"/>
                </a:cubicBezTo>
                <a:moveTo>
                  <a:pt x="205406" y="16266"/>
                </a:moveTo>
                <a:cubicBezTo>
                  <a:pt x="206771" y="17354"/>
                  <a:pt x="208137" y="18443"/>
                  <a:pt x="209511" y="19539"/>
                </a:cubicBezTo>
                <a:moveTo>
                  <a:pt x="205406" y="16266"/>
                </a:moveTo>
                <a:cubicBezTo>
                  <a:pt x="206902" y="17459"/>
                  <a:pt x="208399" y="18652"/>
                  <a:pt x="209511" y="19539"/>
                </a:cubicBezTo>
                <a:moveTo>
                  <a:pt x="209511" y="19539"/>
                </a:moveTo>
                <a:cubicBezTo>
                  <a:pt x="210347" y="20299"/>
                  <a:pt x="211183" y="21058"/>
                  <a:pt x="213398" y="23069"/>
                </a:cubicBezTo>
                <a:moveTo>
                  <a:pt x="209511" y="19539"/>
                </a:moveTo>
                <a:cubicBezTo>
                  <a:pt x="210444" y="20387"/>
                  <a:pt x="211378" y="21234"/>
                  <a:pt x="213398" y="23069"/>
                </a:cubicBezTo>
                <a:moveTo>
                  <a:pt x="213398" y="23069"/>
                </a:moveTo>
                <a:cubicBezTo>
                  <a:pt x="214524" y="24232"/>
                  <a:pt x="215650" y="25395"/>
                  <a:pt x="217050" y="26841"/>
                </a:cubicBezTo>
                <a:moveTo>
                  <a:pt x="213398" y="23069"/>
                </a:moveTo>
                <a:cubicBezTo>
                  <a:pt x="214666" y="24378"/>
                  <a:pt x="215934" y="25688"/>
                  <a:pt x="217050" y="26841"/>
                </a:cubicBezTo>
                <a:moveTo>
                  <a:pt x="217050" y="26841"/>
                </a:moveTo>
                <a:cubicBezTo>
                  <a:pt x="217929" y="27873"/>
                  <a:pt x="218808" y="28905"/>
                  <a:pt x="220454" y="30839"/>
                </a:cubicBezTo>
                <a:moveTo>
                  <a:pt x="217050" y="26841"/>
                </a:moveTo>
                <a:cubicBezTo>
                  <a:pt x="218138" y="28118"/>
                  <a:pt x="219226" y="29396"/>
                  <a:pt x="220454" y="30839"/>
                </a:cubicBezTo>
                <a:moveTo>
                  <a:pt x="220454" y="30839"/>
                </a:moveTo>
                <a:cubicBezTo>
                  <a:pt x="221273" y="31936"/>
                  <a:pt x="222092" y="33033"/>
                  <a:pt x="223594" y="35046"/>
                </a:cubicBezTo>
                <a:moveTo>
                  <a:pt x="220454" y="30839"/>
                </a:moveTo>
                <a:cubicBezTo>
                  <a:pt x="221094" y="31697"/>
                  <a:pt x="221734" y="32554"/>
                  <a:pt x="223594" y="35046"/>
                </a:cubicBezTo>
                <a:moveTo>
                  <a:pt x="223594" y="35046"/>
                </a:moveTo>
                <a:cubicBezTo>
                  <a:pt x="224230" y="36023"/>
                  <a:pt x="224866" y="37000"/>
                  <a:pt x="226458" y="39447"/>
                </a:cubicBezTo>
                <a:moveTo>
                  <a:pt x="223594" y="35046"/>
                </a:moveTo>
                <a:cubicBezTo>
                  <a:pt x="224644" y="36660"/>
                  <a:pt x="225695" y="38273"/>
                  <a:pt x="226458" y="39447"/>
                </a:cubicBezTo>
                <a:moveTo>
                  <a:pt x="226458" y="39447"/>
                </a:moveTo>
                <a:cubicBezTo>
                  <a:pt x="227214" y="40789"/>
                  <a:pt x="227970" y="42131"/>
                  <a:pt x="229035" y="44021"/>
                </a:cubicBezTo>
                <a:moveTo>
                  <a:pt x="226458" y="39447"/>
                </a:moveTo>
                <a:cubicBezTo>
                  <a:pt x="227044" y="40487"/>
                  <a:pt x="227630" y="41527"/>
                  <a:pt x="229035" y="44021"/>
                </a:cubicBezTo>
                <a:moveTo>
                  <a:pt x="229035" y="44021"/>
                </a:moveTo>
                <a:cubicBezTo>
                  <a:pt x="229901" y="45820"/>
                  <a:pt x="230767" y="47619"/>
                  <a:pt x="231313" y="48752"/>
                </a:cubicBezTo>
                <a:moveTo>
                  <a:pt x="229035" y="44021"/>
                </a:moveTo>
                <a:cubicBezTo>
                  <a:pt x="229937" y="45894"/>
                  <a:pt x="230839" y="47767"/>
                  <a:pt x="231313" y="48752"/>
                </a:cubicBezTo>
                <a:moveTo>
                  <a:pt x="231313" y="48752"/>
                </a:moveTo>
                <a:cubicBezTo>
                  <a:pt x="231807" y="49972"/>
                  <a:pt x="232301" y="51192"/>
                  <a:pt x="233283" y="53619"/>
                </a:cubicBezTo>
                <a:moveTo>
                  <a:pt x="231313" y="48752"/>
                </a:moveTo>
                <a:cubicBezTo>
                  <a:pt x="231886" y="50166"/>
                  <a:pt x="232458" y="51580"/>
                  <a:pt x="233283" y="53619"/>
                </a:cubicBezTo>
                <a:moveTo>
                  <a:pt x="233283" y="53619"/>
                </a:moveTo>
                <a:cubicBezTo>
                  <a:pt x="233905" y="55490"/>
                  <a:pt x="234526" y="57362"/>
                  <a:pt x="234938" y="58601"/>
                </a:cubicBezTo>
                <a:moveTo>
                  <a:pt x="233283" y="53619"/>
                </a:moveTo>
                <a:cubicBezTo>
                  <a:pt x="233685" y="54827"/>
                  <a:pt x="234086" y="56036"/>
                  <a:pt x="234938" y="58601"/>
                </a:cubicBezTo>
                <a:moveTo>
                  <a:pt x="234938" y="58601"/>
                </a:moveTo>
                <a:cubicBezTo>
                  <a:pt x="235248" y="59784"/>
                  <a:pt x="235558" y="60967"/>
                  <a:pt x="236270" y="63680"/>
                </a:cubicBezTo>
                <a:moveTo>
                  <a:pt x="234938" y="58601"/>
                </a:moveTo>
                <a:cubicBezTo>
                  <a:pt x="235458" y="60587"/>
                  <a:pt x="235979" y="62573"/>
                  <a:pt x="236270" y="63680"/>
                </a:cubicBezTo>
                <a:moveTo>
                  <a:pt x="236270" y="63680"/>
                </a:moveTo>
                <a:cubicBezTo>
                  <a:pt x="236564" y="65191"/>
                  <a:pt x="236858" y="66702"/>
                  <a:pt x="237273" y="68834"/>
                </a:cubicBezTo>
                <a:moveTo>
                  <a:pt x="236270" y="63680"/>
                </a:moveTo>
                <a:cubicBezTo>
                  <a:pt x="236476" y="64742"/>
                  <a:pt x="236683" y="65804"/>
                  <a:pt x="237273" y="68834"/>
                </a:cubicBezTo>
                <a:moveTo>
                  <a:pt x="237273" y="68834"/>
                </a:moveTo>
                <a:cubicBezTo>
                  <a:pt x="237537" y="70876"/>
                  <a:pt x="237800" y="72919"/>
                  <a:pt x="237945" y="74041"/>
                </a:cubicBezTo>
                <a:moveTo>
                  <a:pt x="237273" y="68834"/>
                </a:moveTo>
                <a:cubicBezTo>
                  <a:pt x="237422" y="69990"/>
                  <a:pt x="237571" y="71147"/>
                  <a:pt x="237945" y="74041"/>
                </a:cubicBezTo>
                <a:moveTo>
                  <a:pt x="237945" y="74041"/>
                </a:moveTo>
                <a:cubicBezTo>
                  <a:pt x="238040" y="75527"/>
                  <a:pt x="238135" y="77013"/>
                  <a:pt x="238281" y="79281"/>
                </a:cubicBezTo>
                <a:moveTo>
                  <a:pt x="237945" y="74041"/>
                </a:moveTo>
                <a:cubicBezTo>
                  <a:pt x="238014" y="75119"/>
                  <a:pt x="238083" y="76197"/>
                  <a:pt x="238281" y="79281"/>
                </a:cubicBezTo>
                <a:moveTo>
                  <a:pt x="238281" y="79281"/>
                </a:moveTo>
                <a:cubicBezTo>
                  <a:pt x="238281" y="80771"/>
                  <a:pt x="238281" y="82261"/>
                  <a:pt x="238281" y="84531"/>
                </a:cubicBezTo>
                <a:moveTo>
                  <a:pt x="238281" y="79281"/>
                </a:moveTo>
                <a:cubicBezTo>
                  <a:pt x="238281" y="80804"/>
                  <a:pt x="238281" y="82328"/>
                  <a:pt x="238281" y="84531"/>
                </a:cubicBezTo>
                <a:moveTo>
                  <a:pt x="238281" y="84531"/>
                </a:moveTo>
                <a:cubicBezTo>
                  <a:pt x="238164" y="86354"/>
                  <a:pt x="238047" y="88177"/>
                  <a:pt x="237945" y="89771"/>
                </a:cubicBezTo>
                <a:moveTo>
                  <a:pt x="238281" y="84531"/>
                </a:moveTo>
                <a:cubicBezTo>
                  <a:pt x="238209" y="85657"/>
                  <a:pt x="238136" y="86784"/>
                  <a:pt x="237945" y="89771"/>
                </a:cubicBezTo>
                <a:moveTo>
                  <a:pt x="237945" y="89771"/>
                </a:moveTo>
                <a:cubicBezTo>
                  <a:pt x="237747" y="91304"/>
                  <a:pt x="237549" y="92837"/>
                  <a:pt x="237273" y="94978"/>
                </a:cubicBezTo>
                <a:moveTo>
                  <a:pt x="237945" y="89771"/>
                </a:moveTo>
                <a:cubicBezTo>
                  <a:pt x="237763" y="91178"/>
                  <a:pt x="237582" y="92586"/>
                  <a:pt x="237273" y="94978"/>
                </a:cubicBezTo>
                <a:moveTo>
                  <a:pt x="237273" y="94978"/>
                </a:moveTo>
                <a:cubicBezTo>
                  <a:pt x="236983" y="96469"/>
                  <a:pt x="236692" y="97961"/>
                  <a:pt x="236270" y="100131"/>
                </a:cubicBezTo>
                <a:moveTo>
                  <a:pt x="237273" y="94978"/>
                </a:moveTo>
                <a:cubicBezTo>
                  <a:pt x="236997" y="96395"/>
                  <a:pt x="236721" y="97813"/>
                  <a:pt x="236270" y="100131"/>
                </a:cubicBezTo>
                <a:moveTo>
                  <a:pt x="236270" y="100131"/>
                </a:moveTo>
                <a:cubicBezTo>
                  <a:pt x="235860" y="101695"/>
                  <a:pt x="235450" y="103258"/>
                  <a:pt x="234938" y="105210"/>
                </a:cubicBezTo>
                <a:moveTo>
                  <a:pt x="236270" y="100131"/>
                </a:moveTo>
                <a:cubicBezTo>
                  <a:pt x="235793" y="101950"/>
                  <a:pt x="235316" y="103769"/>
                  <a:pt x="234938" y="105210"/>
                </a:cubicBezTo>
                <a:moveTo>
                  <a:pt x="234938" y="105210"/>
                </a:moveTo>
                <a:cubicBezTo>
                  <a:pt x="234464" y="106636"/>
                  <a:pt x="233991" y="108061"/>
                  <a:pt x="233283" y="110193"/>
                </a:cubicBezTo>
                <a:moveTo>
                  <a:pt x="234938" y="105210"/>
                </a:moveTo>
                <a:cubicBezTo>
                  <a:pt x="234339" y="107015"/>
                  <a:pt x="233739" y="108819"/>
                  <a:pt x="233283" y="110193"/>
                </a:cubicBezTo>
                <a:moveTo>
                  <a:pt x="233283" y="110193"/>
                </a:moveTo>
                <a:cubicBezTo>
                  <a:pt x="232537" y="112036"/>
                  <a:pt x="231791" y="113879"/>
                  <a:pt x="231313" y="115060"/>
                </a:cubicBezTo>
                <a:moveTo>
                  <a:pt x="233283" y="110193"/>
                </a:moveTo>
                <a:cubicBezTo>
                  <a:pt x="232530" y="112053"/>
                  <a:pt x="231778" y="113912"/>
                  <a:pt x="231313" y="115060"/>
                </a:cubicBezTo>
                <a:moveTo>
                  <a:pt x="231313" y="115060"/>
                </a:moveTo>
                <a:cubicBezTo>
                  <a:pt x="230467" y="116816"/>
                  <a:pt x="229622" y="118572"/>
                  <a:pt x="229035" y="119790"/>
                </a:cubicBezTo>
                <a:moveTo>
                  <a:pt x="231313" y="115060"/>
                </a:moveTo>
                <a:cubicBezTo>
                  <a:pt x="230536" y="116673"/>
                  <a:pt x="229759" y="118286"/>
                  <a:pt x="229035" y="119790"/>
                </a:cubicBezTo>
                <a:moveTo>
                  <a:pt x="229035" y="119790"/>
                </a:moveTo>
                <a:cubicBezTo>
                  <a:pt x="228158" y="121348"/>
                  <a:pt x="227281" y="122905"/>
                  <a:pt x="226458" y="124365"/>
                </a:cubicBezTo>
                <a:moveTo>
                  <a:pt x="229035" y="119790"/>
                </a:moveTo>
                <a:cubicBezTo>
                  <a:pt x="228247" y="121189"/>
                  <a:pt x="227459" y="122589"/>
                  <a:pt x="226458" y="124365"/>
                </a:cubicBezTo>
                <a:moveTo>
                  <a:pt x="226458" y="124365"/>
                </a:moveTo>
                <a:cubicBezTo>
                  <a:pt x="225433" y="125940"/>
                  <a:pt x="224408" y="127515"/>
                  <a:pt x="223594" y="128765"/>
                </a:cubicBezTo>
                <a:moveTo>
                  <a:pt x="226458" y="124365"/>
                </a:moveTo>
                <a:cubicBezTo>
                  <a:pt x="225802" y="125374"/>
                  <a:pt x="225145" y="126383"/>
                  <a:pt x="223594" y="128765"/>
                </a:cubicBezTo>
                <a:moveTo>
                  <a:pt x="223594" y="128765"/>
                </a:moveTo>
                <a:cubicBezTo>
                  <a:pt x="222789" y="129844"/>
                  <a:pt x="221984" y="130922"/>
                  <a:pt x="220454" y="132973"/>
                </a:cubicBezTo>
                <a:moveTo>
                  <a:pt x="223594" y="128765"/>
                </a:moveTo>
                <a:cubicBezTo>
                  <a:pt x="222820" y="129803"/>
                  <a:pt x="222046" y="130840"/>
                  <a:pt x="220454" y="132973"/>
                </a:cubicBezTo>
                <a:moveTo>
                  <a:pt x="220454" y="132973"/>
                </a:moveTo>
                <a:cubicBezTo>
                  <a:pt x="219139" y="134518"/>
                  <a:pt x="217823" y="136063"/>
                  <a:pt x="217050" y="136971"/>
                </a:cubicBezTo>
                <a:moveTo>
                  <a:pt x="220454" y="132973"/>
                </a:moveTo>
                <a:cubicBezTo>
                  <a:pt x="219181" y="134468"/>
                  <a:pt x="217909" y="135962"/>
                  <a:pt x="217050" y="136971"/>
                </a:cubicBezTo>
                <a:moveTo>
                  <a:pt x="217050" y="136971"/>
                </a:moveTo>
                <a:cubicBezTo>
                  <a:pt x="216245" y="137802"/>
                  <a:pt x="215440" y="138634"/>
                  <a:pt x="213398" y="140742"/>
                </a:cubicBezTo>
                <a:moveTo>
                  <a:pt x="217050" y="136971"/>
                </a:moveTo>
                <a:cubicBezTo>
                  <a:pt x="215858" y="138202"/>
                  <a:pt x="214665" y="139434"/>
                  <a:pt x="213398" y="140742"/>
                </a:cubicBezTo>
                <a:moveTo>
                  <a:pt x="213398" y="140742"/>
                </a:moveTo>
                <a:cubicBezTo>
                  <a:pt x="211864" y="142135"/>
                  <a:pt x="210330" y="143528"/>
                  <a:pt x="209511" y="144272"/>
                </a:cubicBezTo>
                <a:moveTo>
                  <a:pt x="213398" y="140742"/>
                </a:moveTo>
                <a:cubicBezTo>
                  <a:pt x="211980" y="142031"/>
                  <a:pt x="210561" y="143319"/>
                  <a:pt x="209511" y="144272"/>
                </a:cubicBezTo>
                <a:moveTo>
                  <a:pt x="209511" y="144272"/>
                </a:moveTo>
                <a:cubicBezTo>
                  <a:pt x="208045" y="145442"/>
                  <a:pt x="206578" y="146611"/>
                  <a:pt x="205406" y="147546"/>
                </a:cubicBezTo>
                <a:moveTo>
                  <a:pt x="209511" y="144272"/>
                </a:moveTo>
                <a:cubicBezTo>
                  <a:pt x="208379" y="145175"/>
                  <a:pt x="207247" y="146078"/>
                  <a:pt x="205406" y="147546"/>
                </a:cubicBezTo>
                <a:moveTo>
                  <a:pt x="205406" y="147546"/>
                </a:moveTo>
                <a:cubicBezTo>
                  <a:pt x="203890" y="148604"/>
                  <a:pt x="202373" y="149661"/>
                  <a:pt x="201100" y="150550"/>
                </a:cubicBezTo>
                <a:moveTo>
                  <a:pt x="205406" y="147546"/>
                </a:moveTo>
                <a:cubicBezTo>
                  <a:pt x="203803" y="148664"/>
                  <a:pt x="202200" y="149783"/>
                  <a:pt x="201100" y="150550"/>
                </a:cubicBezTo>
                <a:moveTo>
                  <a:pt x="201100" y="150550"/>
                </a:moveTo>
                <a:cubicBezTo>
                  <a:pt x="199372" y="151597"/>
                  <a:pt x="197644" y="152644"/>
                  <a:pt x="196610" y="153271"/>
                </a:cubicBezTo>
                <a:moveTo>
                  <a:pt x="201100" y="150550"/>
                </a:moveTo>
                <a:cubicBezTo>
                  <a:pt x="199638" y="151436"/>
                  <a:pt x="198176" y="152322"/>
                  <a:pt x="196610" y="153271"/>
                </a:cubicBezTo>
                <a:moveTo>
                  <a:pt x="196610" y="153271"/>
                </a:moveTo>
                <a:cubicBezTo>
                  <a:pt x="195532" y="153834"/>
                  <a:pt x="194454" y="154396"/>
                  <a:pt x="191955" y="155700"/>
                </a:cubicBezTo>
                <a:moveTo>
                  <a:pt x="196610" y="153271"/>
                </a:moveTo>
                <a:cubicBezTo>
                  <a:pt x="195251" y="153981"/>
                  <a:pt x="193891" y="154690"/>
                  <a:pt x="191955" y="155700"/>
                </a:cubicBezTo>
                <a:moveTo>
                  <a:pt x="191955" y="155700"/>
                </a:moveTo>
                <a:cubicBezTo>
                  <a:pt x="190286" y="156439"/>
                  <a:pt x="188616" y="157178"/>
                  <a:pt x="187154" y="157825"/>
                </a:cubicBezTo>
                <a:moveTo>
                  <a:pt x="191955" y="155700"/>
                </a:moveTo>
                <a:cubicBezTo>
                  <a:pt x="190406" y="156386"/>
                  <a:pt x="188857" y="157071"/>
                  <a:pt x="187154" y="157825"/>
                </a:cubicBezTo>
                <a:moveTo>
                  <a:pt x="187154" y="157825"/>
                </a:moveTo>
                <a:cubicBezTo>
                  <a:pt x="185772" y="158334"/>
                  <a:pt x="184390" y="158843"/>
                  <a:pt x="182227" y="159639"/>
                </a:cubicBezTo>
                <a:moveTo>
                  <a:pt x="187154" y="157825"/>
                </a:moveTo>
                <a:cubicBezTo>
                  <a:pt x="185477" y="158442"/>
                  <a:pt x="183800" y="159060"/>
                  <a:pt x="182227" y="159639"/>
                </a:cubicBezTo>
                <a:moveTo>
                  <a:pt x="182227" y="159639"/>
                </a:moveTo>
                <a:cubicBezTo>
                  <a:pt x="180222" y="160234"/>
                  <a:pt x="178217" y="160829"/>
                  <a:pt x="177193" y="161132"/>
                </a:cubicBezTo>
                <a:moveTo>
                  <a:pt x="182227" y="159639"/>
                </a:moveTo>
                <a:cubicBezTo>
                  <a:pt x="180491" y="160154"/>
                  <a:pt x="178755" y="160669"/>
                  <a:pt x="177193" y="161132"/>
                </a:cubicBezTo>
                <a:moveTo>
                  <a:pt x="177193" y="161132"/>
                </a:moveTo>
                <a:cubicBezTo>
                  <a:pt x="175574" y="161502"/>
                  <a:pt x="173955" y="161872"/>
                  <a:pt x="172075" y="162301"/>
                </a:cubicBezTo>
                <a:moveTo>
                  <a:pt x="177193" y="161132"/>
                </a:moveTo>
                <a:cubicBezTo>
                  <a:pt x="175170" y="161594"/>
                  <a:pt x="173146" y="162056"/>
                  <a:pt x="172075" y="162301"/>
                </a:cubicBezTo>
                <a:moveTo>
                  <a:pt x="172075" y="162301"/>
                </a:moveTo>
                <a:cubicBezTo>
                  <a:pt x="170793" y="162508"/>
                  <a:pt x="169512" y="162715"/>
                  <a:pt x="166892" y="163139"/>
                </a:cubicBezTo>
                <a:moveTo>
                  <a:pt x="172075" y="162301"/>
                </a:moveTo>
                <a:cubicBezTo>
                  <a:pt x="170365" y="162577"/>
                  <a:pt x="168654" y="162854"/>
                  <a:pt x="166892" y="163139"/>
                </a:cubicBezTo>
                <a:moveTo>
                  <a:pt x="166892" y="163139"/>
                </a:moveTo>
                <a:cubicBezTo>
                  <a:pt x="165255" y="163297"/>
                  <a:pt x="163618" y="163455"/>
                  <a:pt x="161665" y="163643"/>
                </a:cubicBezTo>
                <a:moveTo>
                  <a:pt x="166892" y="163139"/>
                </a:moveTo>
                <a:cubicBezTo>
                  <a:pt x="165310" y="163291"/>
                  <a:pt x="163728" y="163444"/>
                  <a:pt x="161665" y="163643"/>
                </a:cubicBezTo>
                <a:moveTo>
                  <a:pt x="161665" y="163643"/>
                </a:moveTo>
                <a:cubicBezTo>
                  <a:pt x="160513" y="163680"/>
                  <a:pt x="159361" y="163717"/>
                  <a:pt x="156418" y="163811"/>
                </a:cubicBezTo>
                <a:moveTo>
                  <a:pt x="161665" y="163643"/>
                </a:moveTo>
                <a:cubicBezTo>
                  <a:pt x="159909" y="163699"/>
                  <a:pt x="158152" y="163756"/>
                  <a:pt x="156418" y="163811"/>
                </a:cubicBezTo>
                <a:moveTo>
                  <a:pt x="156418" y="163811"/>
                </a:moveTo>
                <a:cubicBezTo>
                  <a:pt x="156418" y="163811"/>
                  <a:pt x="156418" y="163811"/>
                  <a:pt x="156418" y="163811"/>
                </a:cubicBezTo>
                <a:moveTo>
                  <a:pt x="156418" y="163811"/>
                </a:moveTo>
                <a:cubicBezTo>
                  <a:pt x="156418" y="163811"/>
                  <a:pt x="156418" y="163811"/>
                  <a:pt x="156418" y="163811"/>
                </a:cubicBezTo>
                <a:moveTo>
                  <a:pt x="156418" y="163811"/>
                </a:moveTo>
                <a:cubicBezTo>
                  <a:pt x="138758" y="163811"/>
                  <a:pt x="121098" y="163811"/>
                  <a:pt x="81863" y="163811"/>
                </a:cubicBezTo>
                <a:moveTo>
                  <a:pt x="156418" y="163811"/>
                </a:moveTo>
                <a:cubicBezTo>
                  <a:pt x="141212" y="163811"/>
                  <a:pt x="126006" y="163811"/>
                  <a:pt x="81863" y="163811"/>
                </a:cubicBezTo>
                <a:moveTo>
                  <a:pt x="81863" y="163811"/>
                </a:moveTo>
                <a:cubicBezTo>
                  <a:pt x="80320" y="163762"/>
                  <a:pt x="78777" y="163712"/>
                  <a:pt x="76615" y="163643"/>
                </a:cubicBezTo>
                <a:moveTo>
                  <a:pt x="81863" y="163811"/>
                </a:moveTo>
                <a:cubicBezTo>
                  <a:pt x="80244" y="163759"/>
                  <a:pt x="78626" y="163707"/>
                  <a:pt x="76615" y="163643"/>
                </a:cubicBezTo>
                <a:moveTo>
                  <a:pt x="76615" y="163643"/>
                </a:moveTo>
                <a:cubicBezTo>
                  <a:pt x="74750" y="163463"/>
                  <a:pt x="72885" y="163283"/>
                  <a:pt x="71389" y="163139"/>
                </a:cubicBezTo>
                <a:moveTo>
                  <a:pt x="76615" y="163643"/>
                </a:moveTo>
                <a:cubicBezTo>
                  <a:pt x="75478" y="163533"/>
                  <a:pt x="74340" y="163423"/>
                  <a:pt x="71389" y="163139"/>
                </a:cubicBezTo>
                <a:moveTo>
                  <a:pt x="71389" y="163139"/>
                </a:moveTo>
                <a:cubicBezTo>
                  <a:pt x="69790" y="162880"/>
                  <a:pt x="68191" y="162622"/>
                  <a:pt x="66206" y="162301"/>
                </a:cubicBezTo>
                <a:moveTo>
                  <a:pt x="71389" y="163139"/>
                </a:moveTo>
                <a:cubicBezTo>
                  <a:pt x="70066" y="162925"/>
                  <a:pt x="68743" y="162711"/>
                  <a:pt x="66206" y="162301"/>
                </a:cubicBezTo>
                <a:moveTo>
                  <a:pt x="66206" y="162301"/>
                </a:moveTo>
                <a:cubicBezTo>
                  <a:pt x="64922" y="162008"/>
                  <a:pt x="63639" y="161715"/>
                  <a:pt x="61087" y="161132"/>
                </a:cubicBezTo>
                <a:moveTo>
                  <a:pt x="66206" y="162301"/>
                </a:moveTo>
                <a:cubicBezTo>
                  <a:pt x="64766" y="161972"/>
                  <a:pt x="63326" y="161644"/>
                  <a:pt x="61087" y="161132"/>
                </a:cubicBezTo>
                <a:moveTo>
                  <a:pt x="61087" y="161132"/>
                </a:moveTo>
                <a:cubicBezTo>
                  <a:pt x="59421" y="160638"/>
                  <a:pt x="57754" y="160143"/>
                  <a:pt x="56054" y="159639"/>
                </a:cubicBezTo>
                <a:moveTo>
                  <a:pt x="61087" y="161132"/>
                </a:moveTo>
                <a:cubicBezTo>
                  <a:pt x="59202" y="160573"/>
                  <a:pt x="57317" y="160014"/>
                  <a:pt x="56054" y="159639"/>
                </a:cubicBezTo>
                <a:moveTo>
                  <a:pt x="56054" y="159639"/>
                </a:moveTo>
                <a:cubicBezTo>
                  <a:pt x="54725" y="159149"/>
                  <a:pt x="53396" y="158660"/>
                  <a:pt x="51126" y="157825"/>
                </a:cubicBezTo>
                <a:moveTo>
                  <a:pt x="56054" y="159639"/>
                </a:moveTo>
                <a:cubicBezTo>
                  <a:pt x="55025" y="159260"/>
                  <a:pt x="53996" y="158881"/>
                  <a:pt x="51126" y="157825"/>
                </a:cubicBezTo>
                <a:moveTo>
                  <a:pt x="51126" y="157825"/>
                </a:moveTo>
                <a:cubicBezTo>
                  <a:pt x="49807" y="157241"/>
                  <a:pt x="48488" y="156657"/>
                  <a:pt x="46325" y="155700"/>
                </a:cubicBezTo>
                <a:moveTo>
                  <a:pt x="51126" y="157825"/>
                </a:moveTo>
                <a:cubicBezTo>
                  <a:pt x="49408" y="157065"/>
                  <a:pt x="47690" y="156304"/>
                  <a:pt x="46325" y="155700"/>
                </a:cubicBezTo>
                <a:moveTo>
                  <a:pt x="46325" y="155700"/>
                </a:moveTo>
                <a:cubicBezTo>
                  <a:pt x="45305" y="155168"/>
                  <a:pt x="44285" y="154636"/>
                  <a:pt x="41670" y="153271"/>
                </a:cubicBezTo>
                <a:moveTo>
                  <a:pt x="46325" y="155700"/>
                </a:moveTo>
                <a:cubicBezTo>
                  <a:pt x="45198" y="155112"/>
                  <a:pt x="44071" y="154524"/>
                  <a:pt x="41670" y="153271"/>
                </a:cubicBezTo>
                <a:moveTo>
                  <a:pt x="41670" y="153271"/>
                </a:moveTo>
                <a:cubicBezTo>
                  <a:pt x="40233" y="152400"/>
                  <a:pt x="38796" y="151529"/>
                  <a:pt x="37181" y="150550"/>
                </a:cubicBezTo>
                <a:moveTo>
                  <a:pt x="41670" y="153271"/>
                </a:moveTo>
                <a:cubicBezTo>
                  <a:pt x="40631" y="152641"/>
                  <a:pt x="39591" y="152011"/>
                  <a:pt x="37181" y="150550"/>
                </a:cubicBezTo>
                <a:moveTo>
                  <a:pt x="37181" y="150550"/>
                </a:moveTo>
                <a:cubicBezTo>
                  <a:pt x="36094" y="149792"/>
                  <a:pt x="35008" y="149034"/>
                  <a:pt x="32874" y="147546"/>
                </a:cubicBezTo>
                <a:moveTo>
                  <a:pt x="37181" y="150550"/>
                </a:moveTo>
                <a:cubicBezTo>
                  <a:pt x="36230" y="149887"/>
                  <a:pt x="35280" y="149224"/>
                  <a:pt x="32874" y="147546"/>
                </a:cubicBezTo>
                <a:moveTo>
                  <a:pt x="32874" y="147546"/>
                </a:moveTo>
                <a:cubicBezTo>
                  <a:pt x="31687" y="146599"/>
                  <a:pt x="30499" y="145652"/>
                  <a:pt x="28769" y="144272"/>
                </a:cubicBezTo>
                <a:moveTo>
                  <a:pt x="32874" y="147546"/>
                </a:moveTo>
                <a:cubicBezTo>
                  <a:pt x="31478" y="146432"/>
                  <a:pt x="30081" y="145318"/>
                  <a:pt x="28769" y="144272"/>
                </a:cubicBezTo>
                <a:moveTo>
                  <a:pt x="28769" y="144272"/>
                </a:moveTo>
                <a:cubicBezTo>
                  <a:pt x="27434" y="143059"/>
                  <a:pt x="26098" y="141846"/>
                  <a:pt x="24883" y="140742"/>
                </a:cubicBezTo>
                <a:moveTo>
                  <a:pt x="28769" y="144272"/>
                </a:moveTo>
                <a:cubicBezTo>
                  <a:pt x="27902" y="143484"/>
                  <a:pt x="27034" y="142696"/>
                  <a:pt x="24883" y="140742"/>
                </a:cubicBezTo>
                <a:moveTo>
                  <a:pt x="24883" y="140742"/>
                </a:moveTo>
                <a:cubicBezTo>
                  <a:pt x="23730" y="139552"/>
                  <a:pt x="22578" y="138362"/>
                  <a:pt x="21230" y="136971"/>
                </a:cubicBezTo>
                <a:moveTo>
                  <a:pt x="24883" y="140742"/>
                </a:moveTo>
                <a:cubicBezTo>
                  <a:pt x="23654" y="139474"/>
                  <a:pt x="22426" y="138206"/>
                  <a:pt x="21230" y="136971"/>
                </a:cubicBezTo>
                <a:moveTo>
                  <a:pt x="21230" y="136971"/>
                </a:moveTo>
                <a:cubicBezTo>
                  <a:pt x="20054" y="135589"/>
                  <a:pt x="18878" y="134208"/>
                  <a:pt x="17827" y="132973"/>
                </a:cubicBezTo>
                <a:moveTo>
                  <a:pt x="21230" y="136971"/>
                </a:moveTo>
                <a:cubicBezTo>
                  <a:pt x="19957" y="135475"/>
                  <a:pt x="18683" y="133979"/>
                  <a:pt x="17827" y="132973"/>
                </a:cubicBezTo>
                <a:moveTo>
                  <a:pt x="17827" y="132973"/>
                </a:moveTo>
                <a:cubicBezTo>
                  <a:pt x="16786" y="131579"/>
                  <a:pt x="15745" y="130184"/>
                  <a:pt x="14686" y="128765"/>
                </a:cubicBezTo>
                <a:moveTo>
                  <a:pt x="17827" y="132973"/>
                </a:moveTo>
                <a:cubicBezTo>
                  <a:pt x="16615" y="131349"/>
                  <a:pt x="15403" y="129726"/>
                  <a:pt x="14686" y="128765"/>
                </a:cubicBezTo>
                <a:moveTo>
                  <a:pt x="14686" y="128765"/>
                </a:moveTo>
                <a:cubicBezTo>
                  <a:pt x="14088" y="127847"/>
                  <a:pt x="13490" y="126928"/>
                  <a:pt x="11822" y="124365"/>
                </a:cubicBezTo>
                <a:moveTo>
                  <a:pt x="14686" y="128765"/>
                </a:moveTo>
                <a:cubicBezTo>
                  <a:pt x="14068" y="127816"/>
                  <a:pt x="13450" y="126866"/>
                  <a:pt x="11822" y="124365"/>
                </a:cubicBezTo>
                <a:moveTo>
                  <a:pt x="11822" y="124365"/>
                </a:moveTo>
                <a:cubicBezTo>
                  <a:pt x="11292" y="123423"/>
                  <a:pt x="10761" y="122482"/>
                  <a:pt x="9246" y="119790"/>
                </a:cubicBezTo>
                <a:moveTo>
                  <a:pt x="11822" y="124365"/>
                </a:moveTo>
                <a:cubicBezTo>
                  <a:pt x="11187" y="123238"/>
                  <a:pt x="10552" y="122111"/>
                  <a:pt x="9246" y="119790"/>
                </a:cubicBezTo>
                <a:moveTo>
                  <a:pt x="9246" y="119790"/>
                </a:moveTo>
                <a:cubicBezTo>
                  <a:pt x="8398" y="118031"/>
                  <a:pt x="7551" y="116271"/>
                  <a:pt x="6968" y="115060"/>
                </a:cubicBezTo>
                <a:moveTo>
                  <a:pt x="9246" y="119790"/>
                </a:moveTo>
                <a:cubicBezTo>
                  <a:pt x="8413" y="118061"/>
                  <a:pt x="7580" y="116333"/>
                  <a:pt x="6968" y="115060"/>
                </a:cubicBezTo>
                <a:moveTo>
                  <a:pt x="6968" y="115060"/>
                </a:moveTo>
                <a:cubicBezTo>
                  <a:pt x="6451" y="113785"/>
                  <a:pt x="5935" y="112510"/>
                  <a:pt x="4997" y="110193"/>
                </a:cubicBezTo>
                <a:moveTo>
                  <a:pt x="6968" y="115060"/>
                </a:moveTo>
                <a:cubicBezTo>
                  <a:pt x="6420" y="113707"/>
                  <a:pt x="5872" y="112354"/>
                  <a:pt x="4997" y="110193"/>
                </a:cubicBezTo>
                <a:moveTo>
                  <a:pt x="4997" y="110193"/>
                </a:moveTo>
                <a:cubicBezTo>
                  <a:pt x="4593" y="108976"/>
                  <a:pt x="4189" y="107758"/>
                  <a:pt x="3343" y="105210"/>
                </a:cubicBezTo>
                <a:moveTo>
                  <a:pt x="4997" y="110193"/>
                </a:moveTo>
                <a:cubicBezTo>
                  <a:pt x="4341" y="108217"/>
                  <a:pt x="3685" y="106242"/>
                  <a:pt x="3343" y="105210"/>
                </a:cubicBezTo>
                <a:moveTo>
                  <a:pt x="3343" y="105210"/>
                </a:moveTo>
                <a:cubicBezTo>
                  <a:pt x="2891" y="103488"/>
                  <a:pt x="2440" y="101766"/>
                  <a:pt x="2011" y="100131"/>
                </a:cubicBezTo>
                <a:moveTo>
                  <a:pt x="3343" y="105210"/>
                </a:moveTo>
                <a:cubicBezTo>
                  <a:pt x="3024" y="103993"/>
                  <a:pt x="2704" y="102776"/>
                  <a:pt x="2011" y="100131"/>
                </a:cubicBezTo>
                <a:moveTo>
                  <a:pt x="2011" y="100131"/>
                </a:moveTo>
                <a:cubicBezTo>
                  <a:pt x="1810" y="99101"/>
                  <a:pt x="1610" y="98070"/>
                  <a:pt x="1007" y="94978"/>
                </a:cubicBezTo>
                <a:moveTo>
                  <a:pt x="2011" y="100131"/>
                </a:moveTo>
                <a:cubicBezTo>
                  <a:pt x="1682" y="98442"/>
                  <a:pt x="1353" y="96752"/>
                  <a:pt x="1007" y="94978"/>
                </a:cubicBezTo>
                <a:moveTo>
                  <a:pt x="1007" y="94978"/>
                </a:moveTo>
                <a:cubicBezTo>
                  <a:pt x="821" y="93533"/>
                  <a:pt x="635" y="92087"/>
                  <a:pt x="336" y="89771"/>
                </a:cubicBezTo>
                <a:moveTo>
                  <a:pt x="1007" y="94978"/>
                </a:moveTo>
                <a:cubicBezTo>
                  <a:pt x="770" y="93138"/>
                  <a:pt x="533" y="91299"/>
                  <a:pt x="336" y="89771"/>
                </a:cubicBezTo>
                <a:moveTo>
                  <a:pt x="336" y="89771"/>
                </a:moveTo>
                <a:cubicBezTo>
                  <a:pt x="236" y="88212"/>
                  <a:pt x="136" y="86654"/>
                  <a:pt x="0" y="84531"/>
                </a:cubicBezTo>
                <a:moveTo>
                  <a:pt x="336" y="89771"/>
                </a:moveTo>
                <a:cubicBezTo>
                  <a:pt x="249" y="88415"/>
                  <a:pt x="162" y="87059"/>
                  <a:pt x="0" y="84531"/>
                </a:cubicBezTo>
                <a:moveTo>
                  <a:pt x="0" y="84531"/>
                </a:moveTo>
                <a:cubicBezTo>
                  <a:pt x="0" y="83039"/>
                  <a:pt x="0" y="81546"/>
                  <a:pt x="0" y="79281"/>
                </a:cubicBezTo>
                <a:moveTo>
                  <a:pt x="0" y="84531"/>
                </a:moveTo>
                <a:cubicBezTo>
                  <a:pt x="0" y="83070"/>
                  <a:pt x="0" y="81609"/>
                  <a:pt x="0" y="79281"/>
                </a:cubicBezTo>
                <a:moveTo>
                  <a:pt x="0" y="79281"/>
                </a:moveTo>
                <a:cubicBezTo>
                  <a:pt x="126" y="77313"/>
                  <a:pt x="252" y="75345"/>
                  <a:pt x="336" y="74041"/>
                </a:cubicBezTo>
                <a:moveTo>
                  <a:pt x="0" y="79281"/>
                </a:moveTo>
                <a:cubicBezTo>
                  <a:pt x="78" y="78053"/>
                  <a:pt x="157" y="76826"/>
                  <a:pt x="336" y="74041"/>
                </a:cubicBezTo>
                <a:moveTo>
                  <a:pt x="336" y="74041"/>
                </a:moveTo>
                <a:cubicBezTo>
                  <a:pt x="568" y="72238"/>
                  <a:pt x="801" y="70436"/>
                  <a:pt x="1007" y="68834"/>
                </a:cubicBezTo>
                <a:moveTo>
                  <a:pt x="336" y="74041"/>
                </a:moveTo>
                <a:cubicBezTo>
                  <a:pt x="603" y="71970"/>
                  <a:pt x="870" y="69899"/>
                  <a:pt x="1007" y="68834"/>
                </a:cubicBezTo>
                <a:moveTo>
                  <a:pt x="1007" y="68834"/>
                </a:moveTo>
                <a:cubicBezTo>
                  <a:pt x="1232" y="67680"/>
                  <a:pt x="1457" y="66527"/>
                  <a:pt x="2011" y="63680"/>
                </a:cubicBezTo>
                <a:moveTo>
                  <a:pt x="1007" y="68834"/>
                </a:moveTo>
                <a:cubicBezTo>
                  <a:pt x="1225" y="67716"/>
                  <a:pt x="1443" y="66599"/>
                  <a:pt x="2011" y="63680"/>
                </a:cubicBezTo>
                <a:moveTo>
                  <a:pt x="2011" y="63680"/>
                </a:moveTo>
                <a:cubicBezTo>
                  <a:pt x="2495" y="61835"/>
                  <a:pt x="2979" y="59990"/>
                  <a:pt x="3343" y="58601"/>
                </a:cubicBezTo>
                <a:moveTo>
                  <a:pt x="2011" y="63680"/>
                </a:moveTo>
                <a:cubicBezTo>
                  <a:pt x="2537" y="61674"/>
                  <a:pt x="3063" y="59668"/>
                  <a:pt x="3343" y="58601"/>
                </a:cubicBezTo>
                <a:moveTo>
                  <a:pt x="3343" y="58601"/>
                </a:moveTo>
                <a:cubicBezTo>
                  <a:pt x="3894" y="56941"/>
                  <a:pt x="4446" y="55280"/>
                  <a:pt x="4997" y="53619"/>
                </a:cubicBezTo>
                <a:moveTo>
                  <a:pt x="3343" y="58601"/>
                </a:moveTo>
                <a:cubicBezTo>
                  <a:pt x="3797" y="57232"/>
                  <a:pt x="4252" y="55863"/>
                  <a:pt x="4997" y="53619"/>
                </a:cubicBezTo>
                <a:moveTo>
                  <a:pt x="4997" y="53619"/>
                </a:moveTo>
                <a:cubicBezTo>
                  <a:pt x="5731" y="51807"/>
                  <a:pt x="6464" y="49995"/>
                  <a:pt x="6968" y="48752"/>
                </a:cubicBezTo>
                <a:moveTo>
                  <a:pt x="4997" y="53619"/>
                </a:moveTo>
                <a:cubicBezTo>
                  <a:pt x="5670" y="51956"/>
                  <a:pt x="6343" y="50293"/>
                  <a:pt x="6968" y="48752"/>
                </a:cubicBezTo>
                <a:moveTo>
                  <a:pt x="6968" y="48752"/>
                </a:moveTo>
                <a:cubicBezTo>
                  <a:pt x="7605" y="47428"/>
                  <a:pt x="8243" y="46104"/>
                  <a:pt x="9246" y="44021"/>
                </a:cubicBezTo>
                <a:moveTo>
                  <a:pt x="6968" y="48752"/>
                </a:moveTo>
                <a:cubicBezTo>
                  <a:pt x="7777" y="47070"/>
                  <a:pt x="8587" y="45388"/>
                  <a:pt x="9246" y="44021"/>
                </a:cubicBezTo>
                <a:moveTo>
                  <a:pt x="9246" y="44021"/>
                </a:moveTo>
                <a:cubicBezTo>
                  <a:pt x="10062" y="42572"/>
                  <a:pt x="10878" y="41122"/>
                  <a:pt x="11822" y="39447"/>
                </a:cubicBezTo>
                <a:moveTo>
                  <a:pt x="9246" y="44021"/>
                </a:moveTo>
                <a:cubicBezTo>
                  <a:pt x="9976" y="42725"/>
                  <a:pt x="10706" y="41429"/>
                  <a:pt x="11822" y="39447"/>
                </a:cubicBezTo>
                <a:moveTo>
                  <a:pt x="11822" y="39447"/>
                </a:moveTo>
                <a:cubicBezTo>
                  <a:pt x="12867" y="37841"/>
                  <a:pt x="13913" y="36235"/>
                  <a:pt x="14686" y="35046"/>
                </a:cubicBezTo>
                <a:moveTo>
                  <a:pt x="11822" y="39447"/>
                </a:moveTo>
                <a:cubicBezTo>
                  <a:pt x="12465" y="38459"/>
                  <a:pt x="13108" y="37472"/>
                  <a:pt x="14686" y="35046"/>
                </a:cubicBezTo>
                <a:moveTo>
                  <a:pt x="14686" y="35046"/>
                </a:moveTo>
                <a:cubicBezTo>
                  <a:pt x="15812" y="33538"/>
                  <a:pt x="16937" y="32030"/>
                  <a:pt x="17827" y="30839"/>
                </a:cubicBezTo>
                <a:moveTo>
                  <a:pt x="14686" y="35046"/>
                </a:moveTo>
                <a:cubicBezTo>
                  <a:pt x="15923" y="33389"/>
                  <a:pt x="17160" y="31732"/>
                  <a:pt x="17827" y="30839"/>
                </a:cubicBezTo>
                <a:moveTo>
                  <a:pt x="17827" y="30839"/>
                </a:moveTo>
                <a:cubicBezTo>
                  <a:pt x="18803" y="29692"/>
                  <a:pt x="19780" y="28544"/>
                  <a:pt x="21230" y="26841"/>
                </a:cubicBezTo>
                <a:moveTo>
                  <a:pt x="17827" y="30839"/>
                </a:moveTo>
                <a:cubicBezTo>
                  <a:pt x="18787" y="29711"/>
                  <a:pt x="19747" y="28582"/>
                  <a:pt x="21230" y="26841"/>
                </a:cubicBezTo>
                <a:moveTo>
                  <a:pt x="21230" y="26841"/>
                </a:moveTo>
                <a:cubicBezTo>
                  <a:pt x="22004" y="26041"/>
                  <a:pt x="22778" y="25242"/>
                  <a:pt x="24883" y="23069"/>
                </a:cubicBezTo>
                <a:moveTo>
                  <a:pt x="21230" y="26841"/>
                </a:moveTo>
                <a:cubicBezTo>
                  <a:pt x="22081" y="25962"/>
                  <a:pt x="22932" y="25083"/>
                  <a:pt x="24883" y="23069"/>
                </a:cubicBezTo>
                <a:moveTo>
                  <a:pt x="24883" y="23069"/>
                </a:moveTo>
                <a:cubicBezTo>
                  <a:pt x="26189" y="21882"/>
                  <a:pt x="27496" y="20696"/>
                  <a:pt x="28769" y="19539"/>
                </a:cubicBezTo>
                <a:moveTo>
                  <a:pt x="24883" y="23069"/>
                </a:moveTo>
                <a:cubicBezTo>
                  <a:pt x="25750" y="22281"/>
                  <a:pt x="26617" y="21494"/>
                  <a:pt x="28769" y="19539"/>
                </a:cubicBezTo>
                <a:moveTo>
                  <a:pt x="28769" y="19539"/>
                </a:moveTo>
                <a:cubicBezTo>
                  <a:pt x="30239" y="18367"/>
                  <a:pt x="31708" y="17196"/>
                  <a:pt x="32874" y="16266"/>
                </a:cubicBezTo>
                <a:moveTo>
                  <a:pt x="28769" y="19539"/>
                </a:moveTo>
                <a:cubicBezTo>
                  <a:pt x="29697" y="18799"/>
                  <a:pt x="30626" y="18059"/>
                  <a:pt x="32874" y="16266"/>
                </a:cubicBezTo>
                <a:moveTo>
                  <a:pt x="32874" y="16266"/>
                </a:moveTo>
                <a:cubicBezTo>
                  <a:pt x="33737" y="15664"/>
                  <a:pt x="34601" y="15062"/>
                  <a:pt x="37181" y="13262"/>
                </a:cubicBezTo>
                <a:moveTo>
                  <a:pt x="32874" y="16266"/>
                </a:moveTo>
                <a:cubicBezTo>
                  <a:pt x="34152" y="15375"/>
                  <a:pt x="35429" y="14483"/>
                  <a:pt x="37181" y="13262"/>
                </a:cubicBezTo>
                <a:moveTo>
                  <a:pt x="37181" y="13262"/>
                </a:moveTo>
                <a:cubicBezTo>
                  <a:pt x="38490" y="12468"/>
                  <a:pt x="39799" y="11674"/>
                  <a:pt x="41670" y="10540"/>
                </a:cubicBezTo>
                <a:moveTo>
                  <a:pt x="37181" y="13262"/>
                </a:moveTo>
                <a:cubicBezTo>
                  <a:pt x="38354" y="12550"/>
                  <a:pt x="39528" y="11839"/>
                  <a:pt x="41670" y="10540"/>
                </a:cubicBezTo>
                <a:moveTo>
                  <a:pt x="41670" y="10540"/>
                </a:moveTo>
                <a:cubicBezTo>
                  <a:pt x="43009" y="9842"/>
                  <a:pt x="44348" y="9143"/>
                  <a:pt x="46325" y="8112"/>
                </a:cubicBezTo>
                <a:moveTo>
                  <a:pt x="41670" y="10540"/>
                </a:moveTo>
                <a:cubicBezTo>
                  <a:pt x="43447" y="9613"/>
                  <a:pt x="45223" y="8687"/>
                  <a:pt x="46325" y="8112"/>
                </a:cubicBezTo>
                <a:moveTo>
                  <a:pt x="46325" y="8112"/>
                </a:moveTo>
                <a:cubicBezTo>
                  <a:pt x="47416" y="7629"/>
                  <a:pt x="48507" y="7146"/>
                  <a:pt x="51126" y="5986"/>
                </a:cubicBezTo>
                <a:moveTo>
                  <a:pt x="46325" y="8112"/>
                </a:moveTo>
                <a:cubicBezTo>
                  <a:pt x="47575" y="7559"/>
                  <a:pt x="48824" y="7006"/>
                  <a:pt x="51126" y="5986"/>
                </a:cubicBezTo>
                <a:moveTo>
                  <a:pt x="51126" y="5986"/>
                </a:moveTo>
                <a:cubicBezTo>
                  <a:pt x="52588" y="5448"/>
                  <a:pt x="54051" y="4910"/>
                  <a:pt x="56054" y="4173"/>
                </a:cubicBezTo>
                <a:moveTo>
                  <a:pt x="51126" y="5986"/>
                </a:moveTo>
                <a:cubicBezTo>
                  <a:pt x="52114" y="5623"/>
                  <a:pt x="53101" y="5260"/>
                  <a:pt x="56054" y="4173"/>
                </a:cubicBezTo>
                <a:moveTo>
                  <a:pt x="56054" y="4173"/>
                </a:moveTo>
                <a:cubicBezTo>
                  <a:pt x="57775" y="3662"/>
                  <a:pt x="59496" y="3151"/>
                  <a:pt x="61087" y="2679"/>
                </a:cubicBezTo>
                <a:moveTo>
                  <a:pt x="56054" y="4173"/>
                </a:moveTo>
                <a:cubicBezTo>
                  <a:pt x="57419" y="3768"/>
                  <a:pt x="58783" y="3363"/>
                  <a:pt x="61087" y="2679"/>
                </a:cubicBezTo>
                <a:moveTo>
                  <a:pt x="61087" y="2679"/>
                </a:moveTo>
                <a:cubicBezTo>
                  <a:pt x="62418" y="2375"/>
                  <a:pt x="63749" y="2072"/>
                  <a:pt x="66206" y="1511"/>
                </a:cubicBezTo>
                <a:moveTo>
                  <a:pt x="61087" y="2679"/>
                </a:moveTo>
                <a:cubicBezTo>
                  <a:pt x="62725" y="2305"/>
                  <a:pt x="64363" y="1931"/>
                  <a:pt x="66206" y="1511"/>
                </a:cubicBezTo>
                <a:moveTo>
                  <a:pt x="66206" y="1511"/>
                </a:moveTo>
                <a:cubicBezTo>
                  <a:pt x="68214" y="1186"/>
                  <a:pt x="70222" y="862"/>
                  <a:pt x="71389" y="673"/>
                </a:cubicBezTo>
                <a:moveTo>
                  <a:pt x="66206" y="1511"/>
                </a:moveTo>
                <a:cubicBezTo>
                  <a:pt x="67276" y="1338"/>
                  <a:pt x="68346" y="1165"/>
                  <a:pt x="71389" y="673"/>
                </a:cubicBezTo>
                <a:moveTo>
                  <a:pt x="71389" y="673"/>
                </a:moveTo>
                <a:cubicBezTo>
                  <a:pt x="73378" y="481"/>
                  <a:pt x="75368" y="289"/>
                  <a:pt x="76615" y="169"/>
                </a:cubicBezTo>
                <a:moveTo>
                  <a:pt x="71389" y="673"/>
                </a:moveTo>
                <a:cubicBezTo>
                  <a:pt x="73036" y="514"/>
                  <a:pt x="74683" y="355"/>
                  <a:pt x="76615" y="169"/>
                </a:cubicBezTo>
                <a:moveTo>
                  <a:pt x="76615" y="169"/>
                </a:moveTo>
                <a:cubicBezTo>
                  <a:pt x="77741" y="133"/>
                  <a:pt x="78866" y="97"/>
                  <a:pt x="81863" y="0"/>
                </a:cubicBezTo>
                <a:moveTo>
                  <a:pt x="76615" y="169"/>
                </a:moveTo>
                <a:cubicBezTo>
                  <a:pt x="78561" y="106"/>
                  <a:pt x="80508" y="44"/>
                  <a:pt x="81863" y="0"/>
                </a:cubicBezTo>
                <a:moveTo>
                  <a:pt x="81863" y="0"/>
                </a:moveTo>
                <a:cubicBezTo>
                  <a:pt x="81863" y="0"/>
                  <a:pt x="81863" y="0"/>
                  <a:pt x="81863" y="0"/>
                </a:cubicBezTo>
                <a:moveTo>
                  <a:pt x="81863" y="0"/>
                </a:moveTo>
                <a:cubicBezTo>
                  <a:pt x="81863" y="0"/>
                  <a:pt x="81863" y="0"/>
                  <a:pt x="81863" y="0"/>
                </a:cubicBezTo>
              </a:path>
            </a:pathLst>
          </a:cu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2940434" y="6423271"/>
            <a:ext cx="134409" cy="1008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結束</a:t>
            </a:r>
            <a:endParaRPr lang="en-US" sz="1200"/>
          </a:p>
        </p:txBody>
      </p:sp>
    </p:spTree>
  </p:cSld>
  <p:clrMapOvr>
    <a:masterClrMapping/>
  </p:clrMapOvr>
</p:sld>
</file>